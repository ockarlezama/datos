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9"/>
  </p:notesMasterIdLst>
  <p:sldIdLst>
    <p:sldId id="328" r:id="rId3"/>
    <p:sldId id="329" r:id="rId4"/>
    <p:sldId id="288" r:id="rId5"/>
    <p:sldId id="330" r:id="rId6"/>
    <p:sldId id="279" r:id="rId7"/>
    <p:sldId id="282" r:id="rId8"/>
    <p:sldId id="283" r:id="rId9"/>
    <p:sldId id="284" r:id="rId10"/>
    <p:sldId id="280" r:id="rId11"/>
    <p:sldId id="281" r:id="rId12"/>
    <p:sldId id="310" r:id="rId13"/>
    <p:sldId id="297" r:id="rId14"/>
    <p:sldId id="298" r:id="rId15"/>
    <p:sldId id="299" r:id="rId16"/>
    <p:sldId id="300" r:id="rId17"/>
    <p:sldId id="301" r:id="rId18"/>
    <p:sldId id="316" r:id="rId19"/>
    <p:sldId id="317" r:id="rId20"/>
    <p:sldId id="318" r:id="rId21"/>
    <p:sldId id="319" r:id="rId22"/>
    <p:sldId id="320" r:id="rId23"/>
    <p:sldId id="321" r:id="rId24"/>
    <p:sldId id="322" r:id="rId25"/>
    <p:sldId id="323" r:id="rId26"/>
    <p:sldId id="311" r:id="rId27"/>
    <p:sldId id="306" r:id="rId28"/>
    <p:sldId id="307" r:id="rId29"/>
    <p:sldId id="309" r:id="rId30"/>
    <p:sldId id="313" r:id="rId31"/>
    <p:sldId id="308" r:id="rId32"/>
    <p:sldId id="312" r:id="rId33"/>
    <p:sldId id="302" r:id="rId34"/>
    <p:sldId id="303" r:id="rId35"/>
    <p:sldId id="304" r:id="rId36"/>
    <p:sldId id="290" r:id="rId37"/>
    <p:sldId id="332" r:id="rId38"/>
    <p:sldId id="285" r:id="rId39"/>
    <p:sldId id="286" r:id="rId40"/>
    <p:sldId id="315" r:id="rId41"/>
    <p:sldId id="326" r:id="rId42"/>
    <p:sldId id="291" r:id="rId43"/>
    <p:sldId id="295" r:id="rId44"/>
    <p:sldId id="294" r:id="rId45"/>
    <p:sldId id="292" r:id="rId46"/>
    <p:sldId id="293" r:id="rId47"/>
    <p:sldId id="305" r:id="rId48"/>
  </p:sldIdLst>
  <p:sldSz cx="7772400" cy="5029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7A3B"/>
    <a:srgbClr val="ACA270"/>
    <a:srgbClr val="B66666"/>
    <a:srgbClr val="C69A54"/>
    <a:srgbClr val="C97D5E"/>
    <a:srgbClr val="7890AE"/>
    <a:srgbClr val="62906D"/>
    <a:srgbClr val="73A070"/>
    <a:srgbClr val="B48F5E"/>
    <a:srgbClr val="86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83618B-E1C3-4842-B7BE-330C6D4E3F39}" v="19" dt="2026-07-14T20:11:24.935"/>
    <p1510:client id="{E8608F7C-D661-4E50-8CC7-B6D6845FD5F8}" v="28" dt="2026-07-14T23:09:26.37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11" autoAdjust="0"/>
    <p:restoredTop sz="95827"/>
  </p:normalViewPr>
  <p:slideViewPr>
    <p:cSldViewPr snapToGrid="0">
      <p:cViewPr varScale="1">
        <p:scale>
          <a:sx n="138" d="100"/>
          <a:sy n="138" d="100"/>
        </p:scale>
        <p:origin x="1674" y="120"/>
      </p:cViewPr>
      <p:guideLst/>
    </p:cSldViewPr>
  </p:slideViewPr>
  <p:notesTextViewPr>
    <p:cViewPr>
      <p:scale>
        <a:sx n="3" d="2"/>
        <a:sy n="3" d="2"/>
      </p:scale>
      <p:origin x="0" y="0"/>
    </p:cViewPr>
  </p:notesTextViewPr>
  <p:sorterViewPr>
    <p:cViewPr varScale="1">
      <p:scale>
        <a:sx n="1" d="1"/>
        <a:sy n="1" d="1"/>
      </p:scale>
      <p:origin x="0" y="-39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car Benigno Lezama Cabrales" userId="bf48b3f04032ef9d" providerId="LiveId" clId="{D530F24B-25E0-4DCD-B4E6-53C88B673E24}"/>
    <pc:docChg chg="undo redo custSel addSld delSld modSld sldOrd">
      <pc:chgData name="Oscar Benigno Lezama Cabrales" userId="bf48b3f04032ef9d" providerId="LiveId" clId="{D530F24B-25E0-4DCD-B4E6-53C88B673E24}" dt="2026-07-14T23:20:39.706" v="2414" actId="47"/>
      <pc:docMkLst>
        <pc:docMk/>
      </pc:docMkLst>
      <pc:sldChg chg="del">
        <pc:chgData name="Oscar Benigno Lezama Cabrales" userId="bf48b3f04032ef9d" providerId="LiveId" clId="{D530F24B-25E0-4DCD-B4E6-53C88B673E24}" dt="2026-07-13T19:43:21.992" v="666" actId="47"/>
        <pc:sldMkLst>
          <pc:docMk/>
          <pc:sldMk cId="1738078009" sldId="274"/>
        </pc:sldMkLst>
      </pc:sldChg>
      <pc:sldChg chg="addSp delSp modSp del mod">
        <pc:chgData name="Oscar Benigno Lezama Cabrales" userId="bf48b3f04032ef9d" providerId="LiveId" clId="{D530F24B-25E0-4DCD-B4E6-53C88B673E24}" dt="2026-07-13T19:47:12.401" v="704" actId="47"/>
        <pc:sldMkLst>
          <pc:docMk/>
          <pc:sldMk cId="3097895298" sldId="275"/>
        </pc:sldMkLst>
      </pc:sldChg>
      <pc:sldChg chg="modSp mod">
        <pc:chgData name="Oscar Benigno Lezama Cabrales" userId="bf48b3f04032ef9d" providerId="LiveId" clId="{D530F24B-25E0-4DCD-B4E6-53C88B673E24}" dt="2026-07-13T23:24:09.514" v="1475" actId="20577"/>
        <pc:sldMkLst>
          <pc:docMk/>
          <pc:sldMk cId="2129684042" sldId="279"/>
        </pc:sldMkLst>
        <pc:spChg chg="mod">
          <ac:chgData name="Oscar Benigno Lezama Cabrales" userId="bf48b3f04032ef9d" providerId="LiveId" clId="{D530F24B-25E0-4DCD-B4E6-53C88B673E24}" dt="2026-07-13T23:24:09.514" v="1475" actId="20577"/>
          <ac:spMkLst>
            <pc:docMk/>
            <pc:sldMk cId="2129684042" sldId="279"/>
            <ac:spMk id="14" creationId="{B3994492-089E-776C-5AB2-B19BB585715D}"/>
          </ac:spMkLst>
        </pc:spChg>
      </pc:sldChg>
      <pc:sldChg chg="modSp mod">
        <pc:chgData name="Oscar Benigno Lezama Cabrales" userId="bf48b3f04032ef9d" providerId="LiveId" clId="{D530F24B-25E0-4DCD-B4E6-53C88B673E24}" dt="2026-07-13T23:24:44.155" v="1520" actId="20577"/>
        <pc:sldMkLst>
          <pc:docMk/>
          <pc:sldMk cId="2014895440" sldId="280"/>
        </pc:sldMkLst>
        <pc:spChg chg="mod">
          <ac:chgData name="Oscar Benigno Lezama Cabrales" userId="bf48b3f04032ef9d" providerId="LiveId" clId="{D530F24B-25E0-4DCD-B4E6-53C88B673E24}" dt="2026-07-13T23:24:44.155" v="1520" actId="20577"/>
          <ac:spMkLst>
            <pc:docMk/>
            <pc:sldMk cId="2014895440" sldId="280"/>
            <ac:spMk id="8" creationId="{6874D909-8F15-FB16-420D-BEDD18008F30}"/>
          </ac:spMkLst>
        </pc:spChg>
      </pc:sldChg>
      <pc:sldChg chg="modSp mod">
        <pc:chgData name="Oscar Benigno Lezama Cabrales" userId="bf48b3f04032ef9d" providerId="LiveId" clId="{D530F24B-25E0-4DCD-B4E6-53C88B673E24}" dt="2026-07-13T23:24:53.352" v="1532" actId="20577"/>
        <pc:sldMkLst>
          <pc:docMk/>
          <pc:sldMk cId="1498265922" sldId="281"/>
        </pc:sldMkLst>
        <pc:spChg chg="mod">
          <ac:chgData name="Oscar Benigno Lezama Cabrales" userId="bf48b3f04032ef9d" providerId="LiveId" clId="{D530F24B-25E0-4DCD-B4E6-53C88B673E24}" dt="2026-07-13T23:24:53.352" v="1532" actId="20577"/>
          <ac:spMkLst>
            <pc:docMk/>
            <pc:sldMk cId="1498265922" sldId="281"/>
            <ac:spMk id="8" creationId="{AA31B34D-0A73-5355-B9E2-A823B1DB0EAC}"/>
          </ac:spMkLst>
        </pc:spChg>
      </pc:sldChg>
      <pc:sldChg chg="modSp mod">
        <pc:chgData name="Oscar Benigno Lezama Cabrales" userId="bf48b3f04032ef9d" providerId="LiveId" clId="{D530F24B-25E0-4DCD-B4E6-53C88B673E24}" dt="2026-07-13T23:24:15.872" v="1486" actId="20577"/>
        <pc:sldMkLst>
          <pc:docMk/>
          <pc:sldMk cId="357453066" sldId="282"/>
        </pc:sldMkLst>
        <pc:spChg chg="mod">
          <ac:chgData name="Oscar Benigno Lezama Cabrales" userId="bf48b3f04032ef9d" providerId="LiveId" clId="{D530F24B-25E0-4DCD-B4E6-53C88B673E24}" dt="2026-07-13T23:24:15.872" v="1486" actId="20577"/>
          <ac:spMkLst>
            <pc:docMk/>
            <pc:sldMk cId="357453066" sldId="282"/>
            <ac:spMk id="14" creationId="{7B22F04B-456C-5B05-1AC0-D85EB8BC53A7}"/>
          </ac:spMkLst>
        </pc:spChg>
      </pc:sldChg>
      <pc:sldChg chg="modSp mod">
        <pc:chgData name="Oscar Benigno Lezama Cabrales" userId="bf48b3f04032ef9d" providerId="LiveId" clId="{D530F24B-25E0-4DCD-B4E6-53C88B673E24}" dt="2026-07-13T23:24:23.858" v="1497" actId="20577"/>
        <pc:sldMkLst>
          <pc:docMk/>
          <pc:sldMk cId="3433552139" sldId="283"/>
        </pc:sldMkLst>
        <pc:spChg chg="mod">
          <ac:chgData name="Oscar Benigno Lezama Cabrales" userId="bf48b3f04032ef9d" providerId="LiveId" clId="{D530F24B-25E0-4DCD-B4E6-53C88B673E24}" dt="2026-07-13T23:24:23.858" v="1497" actId="20577"/>
          <ac:spMkLst>
            <pc:docMk/>
            <pc:sldMk cId="3433552139" sldId="283"/>
            <ac:spMk id="14" creationId="{9FA8F5F0-F0F5-54F5-E8BA-81F21DF3DDBF}"/>
          </ac:spMkLst>
        </pc:spChg>
      </pc:sldChg>
      <pc:sldChg chg="modSp mod">
        <pc:chgData name="Oscar Benigno Lezama Cabrales" userId="bf48b3f04032ef9d" providerId="LiveId" clId="{D530F24B-25E0-4DCD-B4E6-53C88B673E24}" dt="2026-07-13T23:24:33.094" v="1508" actId="20577"/>
        <pc:sldMkLst>
          <pc:docMk/>
          <pc:sldMk cId="3220579452" sldId="284"/>
        </pc:sldMkLst>
        <pc:spChg chg="mod">
          <ac:chgData name="Oscar Benigno Lezama Cabrales" userId="bf48b3f04032ef9d" providerId="LiveId" clId="{D530F24B-25E0-4DCD-B4E6-53C88B673E24}" dt="2026-07-13T23:24:33.094" v="1508" actId="20577"/>
          <ac:spMkLst>
            <pc:docMk/>
            <pc:sldMk cId="3220579452" sldId="284"/>
            <ac:spMk id="14" creationId="{3FDF1D94-3B29-8C3A-C297-A0428EE5772D}"/>
          </ac:spMkLst>
        </pc:spChg>
      </pc:sldChg>
      <pc:sldChg chg="modSp mod ord">
        <pc:chgData name="Oscar Benigno Lezama Cabrales" userId="bf48b3f04032ef9d" providerId="LiveId" clId="{D530F24B-25E0-4DCD-B4E6-53C88B673E24}" dt="2026-07-14T23:08:46.503" v="2399" actId="20577"/>
        <pc:sldMkLst>
          <pc:docMk/>
          <pc:sldMk cId="1121247149" sldId="285"/>
        </pc:sldMkLst>
        <pc:spChg chg="mod">
          <ac:chgData name="Oscar Benigno Lezama Cabrales" userId="bf48b3f04032ef9d" providerId="LiveId" clId="{D530F24B-25E0-4DCD-B4E6-53C88B673E24}" dt="2026-07-14T23:08:46.503" v="2399" actId="20577"/>
          <ac:spMkLst>
            <pc:docMk/>
            <pc:sldMk cId="1121247149" sldId="285"/>
            <ac:spMk id="3" creationId="{10BBB800-0AE3-67CD-CF07-E3482E078380}"/>
          </ac:spMkLst>
        </pc:spChg>
        <pc:spChg chg="mod">
          <ac:chgData name="Oscar Benigno Lezama Cabrales" userId="bf48b3f04032ef9d" providerId="LiveId" clId="{D530F24B-25E0-4DCD-B4E6-53C88B673E24}" dt="2026-07-10T23:18:42.225" v="566" actId="113"/>
          <ac:spMkLst>
            <pc:docMk/>
            <pc:sldMk cId="1121247149" sldId="285"/>
            <ac:spMk id="5" creationId="{08D2C2E4-968C-D512-363C-6FE5FE051037}"/>
          </ac:spMkLst>
        </pc:spChg>
      </pc:sldChg>
      <pc:sldChg chg="addSp delSp modSp mod ord">
        <pc:chgData name="Oscar Benigno Lezama Cabrales" userId="bf48b3f04032ef9d" providerId="LiveId" clId="{D530F24B-25E0-4DCD-B4E6-53C88B673E24}" dt="2026-07-14T23:09:19.096" v="2411"/>
        <pc:sldMkLst>
          <pc:docMk/>
          <pc:sldMk cId="2316748354" sldId="286"/>
        </pc:sldMkLst>
        <pc:spChg chg="del mod">
          <ac:chgData name="Oscar Benigno Lezama Cabrales" userId="bf48b3f04032ef9d" providerId="LiveId" clId="{D530F24B-25E0-4DCD-B4E6-53C88B673E24}" dt="2026-07-14T22:39:50.533" v="2000" actId="478"/>
          <ac:spMkLst>
            <pc:docMk/>
            <pc:sldMk cId="2316748354" sldId="286"/>
            <ac:spMk id="3" creationId="{23658937-A6D1-ABEE-4CB7-7E9B29A4AAE4}"/>
          </ac:spMkLst>
        </pc:spChg>
        <pc:spChg chg="add mod">
          <ac:chgData name="Oscar Benigno Lezama Cabrales" userId="bf48b3f04032ef9d" providerId="LiveId" clId="{D530F24B-25E0-4DCD-B4E6-53C88B673E24}" dt="2026-07-14T23:09:19.096" v="2411"/>
          <ac:spMkLst>
            <pc:docMk/>
            <pc:sldMk cId="2316748354" sldId="286"/>
            <ac:spMk id="4" creationId="{C5C413D8-C9AD-AEFF-924E-F1202277E015}"/>
          </ac:spMkLst>
        </pc:spChg>
        <pc:spChg chg="mod">
          <ac:chgData name="Oscar Benigno Lezama Cabrales" userId="bf48b3f04032ef9d" providerId="LiveId" clId="{D530F24B-25E0-4DCD-B4E6-53C88B673E24}" dt="2026-07-14T22:39:52.673" v="2002" actId="20577"/>
          <ac:spMkLst>
            <pc:docMk/>
            <pc:sldMk cId="2316748354" sldId="286"/>
            <ac:spMk id="9" creationId="{D75EA081-A861-6F8E-9FEA-D30DB48AF6FC}"/>
          </ac:spMkLst>
        </pc:spChg>
      </pc:sldChg>
      <pc:sldChg chg="modSp del mod ord">
        <pc:chgData name="Oscar Benigno Lezama Cabrales" userId="bf48b3f04032ef9d" providerId="LiveId" clId="{D530F24B-25E0-4DCD-B4E6-53C88B673E24}" dt="2026-07-14T22:45:24.663" v="2102" actId="47"/>
        <pc:sldMkLst>
          <pc:docMk/>
          <pc:sldMk cId="2420005494" sldId="287"/>
        </pc:sldMkLst>
      </pc:sldChg>
      <pc:sldChg chg="mod ord modShow">
        <pc:chgData name="Oscar Benigno Lezama Cabrales" userId="bf48b3f04032ef9d" providerId="LiveId" clId="{D530F24B-25E0-4DCD-B4E6-53C88B673E24}" dt="2026-07-13T22:49:02.793" v="1444" actId="729"/>
        <pc:sldMkLst>
          <pc:docMk/>
          <pc:sldMk cId="251939380" sldId="288"/>
        </pc:sldMkLst>
      </pc:sldChg>
      <pc:sldChg chg="modSp del mod ord">
        <pc:chgData name="Oscar Benigno Lezama Cabrales" userId="bf48b3f04032ef9d" providerId="LiveId" clId="{D530F24B-25E0-4DCD-B4E6-53C88B673E24}" dt="2026-07-14T22:45:36.610" v="2106" actId="47"/>
        <pc:sldMkLst>
          <pc:docMk/>
          <pc:sldMk cId="387168513" sldId="289"/>
        </pc:sldMkLst>
      </pc:sldChg>
      <pc:sldChg chg="modSp mod ord">
        <pc:chgData name="Oscar Benigno Lezama Cabrales" userId="bf48b3f04032ef9d" providerId="LiveId" clId="{D530F24B-25E0-4DCD-B4E6-53C88B673E24}" dt="2026-07-14T00:31:43.745" v="1533" actId="14100"/>
        <pc:sldMkLst>
          <pc:docMk/>
          <pc:sldMk cId="1487211876" sldId="290"/>
        </pc:sldMkLst>
        <pc:spChg chg="mod">
          <ac:chgData name="Oscar Benigno Lezama Cabrales" userId="bf48b3f04032ef9d" providerId="LiveId" clId="{D530F24B-25E0-4DCD-B4E6-53C88B673E24}" dt="2026-07-14T00:31:43.745" v="1533" actId="14100"/>
          <ac:spMkLst>
            <pc:docMk/>
            <pc:sldMk cId="1487211876" sldId="290"/>
            <ac:spMk id="5" creationId="{0C8E27B0-1B06-91E6-B01C-AA4D9C8DB7F8}"/>
          </ac:spMkLst>
        </pc:spChg>
      </pc:sldChg>
      <pc:sldChg chg="ord">
        <pc:chgData name="Oscar Benigno Lezama Cabrales" userId="bf48b3f04032ef9d" providerId="LiveId" clId="{D530F24B-25E0-4DCD-B4E6-53C88B673E24}" dt="2026-07-13T22:48:26.764" v="1441"/>
        <pc:sldMkLst>
          <pc:docMk/>
          <pc:sldMk cId="2412132734" sldId="297"/>
        </pc:sldMkLst>
      </pc:sldChg>
      <pc:sldChg chg="ord">
        <pc:chgData name="Oscar Benigno Lezama Cabrales" userId="bf48b3f04032ef9d" providerId="LiveId" clId="{D530F24B-25E0-4DCD-B4E6-53C88B673E24}" dt="2026-07-13T22:48:26.764" v="1441"/>
        <pc:sldMkLst>
          <pc:docMk/>
          <pc:sldMk cId="865131466" sldId="298"/>
        </pc:sldMkLst>
      </pc:sldChg>
      <pc:sldChg chg="ord">
        <pc:chgData name="Oscar Benigno Lezama Cabrales" userId="bf48b3f04032ef9d" providerId="LiveId" clId="{D530F24B-25E0-4DCD-B4E6-53C88B673E24}" dt="2026-07-13T22:48:26.764" v="1441"/>
        <pc:sldMkLst>
          <pc:docMk/>
          <pc:sldMk cId="2956395523" sldId="299"/>
        </pc:sldMkLst>
      </pc:sldChg>
      <pc:sldChg chg="ord">
        <pc:chgData name="Oscar Benigno Lezama Cabrales" userId="bf48b3f04032ef9d" providerId="LiveId" clId="{D530F24B-25E0-4DCD-B4E6-53C88B673E24}" dt="2026-07-13T22:48:26.764" v="1441"/>
        <pc:sldMkLst>
          <pc:docMk/>
          <pc:sldMk cId="1695508503" sldId="300"/>
        </pc:sldMkLst>
      </pc:sldChg>
      <pc:sldChg chg="ord">
        <pc:chgData name="Oscar Benigno Lezama Cabrales" userId="bf48b3f04032ef9d" providerId="LiveId" clId="{D530F24B-25E0-4DCD-B4E6-53C88B673E24}" dt="2026-07-13T22:48:26.764" v="1441"/>
        <pc:sldMkLst>
          <pc:docMk/>
          <pc:sldMk cId="3774466262" sldId="301"/>
        </pc:sldMkLst>
      </pc:sldChg>
      <pc:sldChg chg="ord">
        <pc:chgData name="Oscar Benigno Lezama Cabrales" userId="bf48b3f04032ef9d" providerId="LiveId" clId="{D530F24B-25E0-4DCD-B4E6-53C88B673E24}" dt="2026-07-13T22:48:26.764" v="1441"/>
        <pc:sldMkLst>
          <pc:docMk/>
          <pc:sldMk cId="254388722" sldId="302"/>
        </pc:sldMkLst>
      </pc:sldChg>
      <pc:sldChg chg="ord">
        <pc:chgData name="Oscar Benigno Lezama Cabrales" userId="bf48b3f04032ef9d" providerId="LiveId" clId="{D530F24B-25E0-4DCD-B4E6-53C88B673E24}" dt="2026-07-13T22:48:26.764" v="1441"/>
        <pc:sldMkLst>
          <pc:docMk/>
          <pc:sldMk cId="2366005347" sldId="303"/>
        </pc:sldMkLst>
      </pc:sldChg>
      <pc:sldChg chg="ord">
        <pc:chgData name="Oscar Benigno Lezama Cabrales" userId="bf48b3f04032ef9d" providerId="LiveId" clId="{D530F24B-25E0-4DCD-B4E6-53C88B673E24}" dt="2026-07-13T22:48:26.764" v="1441"/>
        <pc:sldMkLst>
          <pc:docMk/>
          <pc:sldMk cId="2220231290" sldId="304"/>
        </pc:sldMkLst>
      </pc:sldChg>
      <pc:sldChg chg="ord">
        <pc:chgData name="Oscar Benigno Lezama Cabrales" userId="bf48b3f04032ef9d" providerId="LiveId" clId="{D530F24B-25E0-4DCD-B4E6-53C88B673E24}" dt="2026-07-13T22:48:26.764" v="1441"/>
        <pc:sldMkLst>
          <pc:docMk/>
          <pc:sldMk cId="3833383523" sldId="306"/>
        </pc:sldMkLst>
      </pc:sldChg>
      <pc:sldChg chg="ord">
        <pc:chgData name="Oscar Benigno Lezama Cabrales" userId="bf48b3f04032ef9d" providerId="LiveId" clId="{D530F24B-25E0-4DCD-B4E6-53C88B673E24}" dt="2026-07-13T22:48:26.764" v="1441"/>
        <pc:sldMkLst>
          <pc:docMk/>
          <pc:sldMk cId="537280595" sldId="307"/>
        </pc:sldMkLst>
      </pc:sldChg>
      <pc:sldChg chg="ord">
        <pc:chgData name="Oscar Benigno Lezama Cabrales" userId="bf48b3f04032ef9d" providerId="LiveId" clId="{D530F24B-25E0-4DCD-B4E6-53C88B673E24}" dt="2026-07-13T22:48:26.764" v="1441"/>
        <pc:sldMkLst>
          <pc:docMk/>
          <pc:sldMk cId="754542051" sldId="308"/>
        </pc:sldMkLst>
      </pc:sldChg>
      <pc:sldChg chg="ord">
        <pc:chgData name="Oscar Benigno Lezama Cabrales" userId="bf48b3f04032ef9d" providerId="LiveId" clId="{D530F24B-25E0-4DCD-B4E6-53C88B673E24}" dt="2026-07-13T22:48:26.764" v="1441"/>
        <pc:sldMkLst>
          <pc:docMk/>
          <pc:sldMk cId="362116646" sldId="309"/>
        </pc:sldMkLst>
      </pc:sldChg>
      <pc:sldChg chg="ord">
        <pc:chgData name="Oscar Benigno Lezama Cabrales" userId="bf48b3f04032ef9d" providerId="LiveId" clId="{D530F24B-25E0-4DCD-B4E6-53C88B673E24}" dt="2026-07-13T22:48:26.764" v="1441"/>
        <pc:sldMkLst>
          <pc:docMk/>
          <pc:sldMk cId="2416463042" sldId="310"/>
        </pc:sldMkLst>
      </pc:sldChg>
      <pc:sldChg chg="ord">
        <pc:chgData name="Oscar Benigno Lezama Cabrales" userId="bf48b3f04032ef9d" providerId="LiveId" clId="{D530F24B-25E0-4DCD-B4E6-53C88B673E24}" dt="2026-07-13T22:48:26.764" v="1441"/>
        <pc:sldMkLst>
          <pc:docMk/>
          <pc:sldMk cId="3903882439" sldId="311"/>
        </pc:sldMkLst>
      </pc:sldChg>
      <pc:sldChg chg="modSp mod ord">
        <pc:chgData name="Oscar Benigno Lezama Cabrales" userId="bf48b3f04032ef9d" providerId="LiveId" clId="{D530F24B-25E0-4DCD-B4E6-53C88B673E24}" dt="2026-07-13T22:49:45.434" v="1452" actId="14100"/>
        <pc:sldMkLst>
          <pc:docMk/>
          <pc:sldMk cId="942720759" sldId="312"/>
        </pc:sldMkLst>
        <pc:spChg chg="mod">
          <ac:chgData name="Oscar Benigno Lezama Cabrales" userId="bf48b3f04032ef9d" providerId="LiveId" clId="{D530F24B-25E0-4DCD-B4E6-53C88B673E24}" dt="2026-07-13T22:49:45.434" v="1452" actId="14100"/>
          <ac:spMkLst>
            <pc:docMk/>
            <pc:sldMk cId="942720759" sldId="312"/>
            <ac:spMk id="5" creationId="{2FC1BE9A-54A8-ABE6-8949-5F34589BE924}"/>
          </ac:spMkLst>
        </pc:spChg>
      </pc:sldChg>
      <pc:sldChg chg="ord">
        <pc:chgData name="Oscar Benigno Lezama Cabrales" userId="bf48b3f04032ef9d" providerId="LiveId" clId="{D530F24B-25E0-4DCD-B4E6-53C88B673E24}" dt="2026-07-13T22:48:26.764" v="1441"/>
        <pc:sldMkLst>
          <pc:docMk/>
          <pc:sldMk cId="3942661045" sldId="313"/>
        </pc:sldMkLst>
      </pc:sldChg>
      <pc:sldChg chg="addSp delSp modSp mod ord">
        <pc:chgData name="Oscar Benigno Lezama Cabrales" userId="bf48b3f04032ef9d" providerId="LiveId" clId="{D530F24B-25E0-4DCD-B4E6-53C88B673E24}" dt="2026-07-14T23:09:26.375" v="2413"/>
        <pc:sldMkLst>
          <pc:docMk/>
          <pc:sldMk cId="1810925776" sldId="315"/>
        </pc:sldMkLst>
        <pc:spChg chg="del">
          <ac:chgData name="Oscar Benigno Lezama Cabrales" userId="bf48b3f04032ef9d" providerId="LiveId" clId="{D530F24B-25E0-4DCD-B4E6-53C88B673E24}" dt="2026-07-14T22:45:35.604" v="2105" actId="478"/>
          <ac:spMkLst>
            <pc:docMk/>
            <pc:sldMk cId="1810925776" sldId="315"/>
            <ac:spMk id="3" creationId="{8E0957C2-726B-7151-6CFD-4E003B10FF71}"/>
          </ac:spMkLst>
        </pc:spChg>
        <pc:spChg chg="add mod">
          <ac:chgData name="Oscar Benigno Lezama Cabrales" userId="bf48b3f04032ef9d" providerId="LiveId" clId="{D530F24B-25E0-4DCD-B4E6-53C88B673E24}" dt="2026-07-14T23:09:26.375" v="2413"/>
          <ac:spMkLst>
            <pc:docMk/>
            <pc:sldMk cId="1810925776" sldId="315"/>
            <ac:spMk id="4" creationId="{4F13145D-2123-21DC-3772-41B05897CE99}"/>
          </ac:spMkLst>
        </pc:spChg>
        <pc:spChg chg="mod">
          <ac:chgData name="Oscar Benigno Lezama Cabrales" userId="bf48b3f04032ef9d" providerId="LiveId" clId="{D530F24B-25E0-4DCD-B4E6-53C88B673E24}" dt="2026-07-14T22:45:33.399" v="2104" actId="20577"/>
          <ac:spMkLst>
            <pc:docMk/>
            <pc:sldMk cId="1810925776" sldId="315"/>
            <ac:spMk id="9" creationId="{F38FC7D6-BF4D-FFF2-D5F7-3732E91245C1}"/>
          </ac:spMkLst>
        </pc:spChg>
      </pc:sldChg>
      <pc:sldChg chg="ord">
        <pc:chgData name="Oscar Benigno Lezama Cabrales" userId="bf48b3f04032ef9d" providerId="LiveId" clId="{D530F24B-25E0-4DCD-B4E6-53C88B673E24}" dt="2026-07-13T22:48:26.764" v="1441"/>
        <pc:sldMkLst>
          <pc:docMk/>
          <pc:sldMk cId="51060684" sldId="316"/>
        </pc:sldMkLst>
      </pc:sldChg>
      <pc:sldChg chg="ord">
        <pc:chgData name="Oscar Benigno Lezama Cabrales" userId="bf48b3f04032ef9d" providerId="LiveId" clId="{D530F24B-25E0-4DCD-B4E6-53C88B673E24}" dt="2026-07-13T22:48:26.764" v="1441"/>
        <pc:sldMkLst>
          <pc:docMk/>
          <pc:sldMk cId="3422615110" sldId="317"/>
        </pc:sldMkLst>
      </pc:sldChg>
      <pc:sldChg chg="ord">
        <pc:chgData name="Oscar Benigno Lezama Cabrales" userId="bf48b3f04032ef9d" providerId="LiveId" clId="{D530F24B-25E0-4DCD-B4E6-53C88B673E24}" dt="2026-07-13T22:48:26.764" v="1441"/>
        <pc:sldMkLst>
          <pc:docMk/>
          <pc:sldMk cId="2575519294" sldId="318"/>
        </pc:sldMkLst>
      </pc:sldChg>
      <pc:sldChg chg="ord">
        <pc:chgData name="Oscar Benigno Lezama Cabrales" userId="bf48b3f04032ef9d" providerId="LiveId" clId="{D530F24B-25E0-4DCD-B4E6-53C88B673E24}" dt="2026-07-13T22:48:26.764" v="1441"/>
        <pc:sldMkLst>
          <pc:docMk/>
          <pc:sldMk cId="2061987818" sldId="319"/>
        </pc:sldMkLst>
      </pc:sldChg>
      <pc:sldChg chg="ord">
        <pc:chgData name="Oscar Benigno Lezama Cabrales" userId="bf48b3f04032ef9d" providerId="LiveId" clId="{D530F24B-25E0-4DCD-B4E6-53C88B673E24}" dt="2026-07-13T22:48:26.764" v="1441"/>
        <pc:sldMkLst>
          <pc:docMk/>
          <pc:sldMk cId="1803772688" sldId="320"/>
        </pc:sldMkLst>
      </pc:sldChg>
      <pc:sldChg chg="ord">
        <pc:chgData name="Oscar Benigno Lezama Cabrales" userId="bf48b3f04032ef9d" providerId="LiveId" clId="{D530F24B-25E0-4DCD-B4E6-53C88B673E24}" dt="2026-07-13T22:48:26.764" v="1441"/>
        <pc:sldMkLst>
          <pc:docMk/>
          <pc:sldMk cId="3621836234" sldId="321"/>
        </pc:sldMkLst>
      </pc:sldChg>
      <pc:sldChg chg="ord">
        <pc:chgData name="Oscar Benigno Lezama Cabrales" userId="bf48b3f04032ef9d" providerId="LiveId" clId="{D530F24B-25E0-4DCD-B4E6-53C88B673E24}" dt="2026-07-13T22:48:26.764" v="1441"/>
        <pc:sldMkLst>
          <pc:docMk/>
          <pc:sldMk cId="3969074206" sldId="322"/>
        </pc:sldMkLst>
      </pc:sldChg>
      <pc:sldChg chg="ord">
        <pc:chgData name="Oscar Benigno Lezama Cabrales" userId="bf48b3f04032ef9d" providerId="LiveId" clId="{D530F24B-25E0-4DCD-B4E6-53C88B673E24}" dt="2026-07-13T22:48:26.764" v="1441"/>
        <pc:sldMkLst>
          <pc:docMk/>
          <pc:sldMk cId="168557516" sldId="323"/>
        </pc:sldMkLst>
      </pc:sldChg>
      <pc:sldChg chg="delSp modSp add del mod">
        <pc:chgData name="Oscar Benigno Lezama Cabrales" userId="bf48b3f04032ef9d" providerId="LiveId" clId="{D530F24B-25E0-4DCD-B4E6-53C88B673E24}" dt="2026-07-13T19:47:12.401" v="704" actId="47"/>
        <pc:sldMkLst>
          <pc:docMk/>
          <pc:sldMk cId="3660332399" sldId="325"/>
        </pc:sldMkLst>
      </pc:sldChg>
      <pc:sldChg chg="add">
        <pc:chgData name="Oscar Benigno Lezama Cabrales" userId="bf48b3f04032ef9d" providerId="LiveId" clId="{D530F24B-25E0-4DCD-B4E6-53C88B673E24}" dt="2026-07-10T23:19:44.936" v="572" actId="2890"/>
        <pc:sldMkLst>
          <pc:docMk/>
          <pc:sldMk cId="3361801863" sldId="326"/>
        </pc:sldMkLst>
      </pc:sldChg>
      <pc:sldChg chg="modSp add del mod">
        <pc:chgData name="Oscar Benigno Lezama Cabrales" userId="bf48b3f04032ef9d" providerId="LiveId" clId="{D530F24B-25E0-4DCD-B4E6-53C88B673E24}" dt="2026-07-13T19:44:53.372" v="674" actId="47"/>
        <pc:sldMkLst>
          <pc:docMk/>
          <pc:sldMk cId="2448473988" sldId="327"/>
        </pc:sldMkLst>
        <pc:spChg chg="mod">
          <ac:chgData name="Oscar Benigno Lezama Cabrales" userId="bf48b3f04032ef9d" providerId="LiveId" clId="{D530F24B-25E0-4DCD-B4E6-53C88B673E24}" dt="2026-07-13T19:09:51.093" v="621" actId="20577"/>
          <ac:spMkLst>
            <pc:docMk/>
            <pc:sldMk cId="2448473988" sldId="327"/>
            <ac:spMk id="3" creationId="{AA2EB093-8C16-02CF-15AE-FE2807B697C8}"/>
          </ac:spMkLst>
        </pc:spChg>
      </pc:sldChg>
      <pc:sldChg chg="addSp delSp modSp add mod modShow">
        <pc:chgData name="Oscar Benigno Lezama Cabrales" userId="bf48b3f04032ef9d" providerId="LiveId" clId="{D530F24B-25E0-4DCD-B4E6-53C88B673E24}" dt="2026-07-14T19:18:27.937" v="1788" actId="34476"/>
        <pc:sldMkLst>
          <pc:docMk/>
          <pc:sldMk cId="2749172014" sldId="328"/>
        </pc:sldMkLst>
        <pc:spChg chg="del mod">
          <ac:chgData name="Oscar Benigno Lezama Cabrales" userId="bf48b3f04032ef9d" providerId="LiveId" clId="{D530F24B-25E0-4DCD-B4E6-53C88B673E24}" dt="2026-07-13T19:48:53.454" v="706" actId="478"/>
          <ac:spMkLst>
            <pc:docMk/>
            <pc:sldMk cId="2749172014" sldId="328"/>
            <ac:spMk id="2" creationId="{AB96CC68-A792-00AF-E1CE-185C1511872F}"/>
          </ac:spMkLst>
        </pc:spChg>
        <pc:spChg chg="mod">
          <ac:chgData name="Oscar Benigno Lezama Cabrales" userId="bf48b3f04032ef9d" providerId="LiveId" clId="{D530F24B-25E0-4DCD-B4E6-53C88B673E24}" dt="2026-07-14T16:56:58.748" v="1787" actId="20577"/>
          <ac:spMkLst>
            <pc:docMk/>
            <pc:sldMk cId="2749172014" sldId="328"/>
            <ac:spMk id="3" creationId="{AA2EB093-8C16-02CF-15AE-FE2807B697C8}"/>
          </ac:spMkLst>
        </pc:spChg>
        <pc:spChg chg="del mod">
          <ac:chgData name="Oscar Benigno Lezama Cabrales" userId="bf48b3f04032ef9d" providerId="LiveId" clId="{D530F24B-25E0-4DCD-B4E6-53C88B673E24}" dt="2026-07-13T19:48:53.454" v="706" actId="478"/>
          <ac:spMkLst>
            <pc:docMk/>
            <pc:sldMk cId="2749172014" sldId="328"/>
            <ac:spMk id="4" creationId="{0D354484-56AE-D134-5361-C58760E0551F}"/>
          </ac:spMkLst>
        </pc:spChg>
        <pc:spChg chg="del mod">
          <ac:chgData name="Oscar Benigno Lezama Cabrales" userId="bf48b3f04032ef9d" providerId="LiveId" clId="{D530F24B-25E0-4DCD-B4E6-53C88B673E24}" dt="2026-07-13T19:48:53.454" v="706" actId="478"/>
          <ac:spMkLst>
            <pc:docMk/>
            <pc:sldMk cId="2749172014" sldId="328"/>
            <ac:spMk id="5" creationId="{AAE4340C-8B22-54F3-B96F-65B7FEAC7CD0}"/>
          </ac:spMkLst>
        </pc:spChg>
        <pc:spChg chg="add mod">
          <ac:chgData name="Oscar Benigno Lezama Cabrales" userId="bf48b3f04032ef9d" providerId="LiveId" clId="{D530F24B-25E0-4DCD-B4E6-53C88B673E24}" dt="2026-07-13T19:48:53.920" v="707"/>
          <ac:spMkLst>
            <pc:docMk/>
            <pc:sldMk cId="2749172014" sldId="328"/>
            <ac:spMk id="6" creationId="{C598464C-F6E2-DD9F-E799-81580A1592A5}"/>
          </ac:spMkLst>
        </pc:spChg>
        <pc:spChg chg="add mod">
          <ac:chgData name="Oscar Benigno Lezama Cabrales" userId="bf48b3f04032ef9d" providerId="LiveId" clId="{D530F24B-25E0-4DCD-B4E6-53C88B673E24}" dt="2026-07-13T19:49:00.246" v="712" actId="20577"/>
          <ac:spMkLst>
            <pc:docMk/>
            <pc:sldMk cId="2749172014" sldId="328"/>
            <ac:spMk id="9" creationId="{3B8A97B5-6081-3D19-0AD2-D2A5A59DC056}"/>
          </ac:spMkLst>
        </pc:spChg>
        <pc:spChg chg="add mod">
          <ac:chgData name="Oscar Benigno Lezama Cabrales" userId="bf48b3f04032ef9d" providerId="LiveId" clId="{D530F24B-25E0-4DCD-B4E6-53C88B673E24}" dt="2026-07-13T19:48:53.920" v="707"/>
          <ac:spMkLst>
            <pc:docMk/>
            <pc:sldMk cId="2749172014" sldId="328"/>
            <ac:spMk id="12" creationId="{F4E9B036-D2CE-16C7-0E62-746D5132DFB8}"/>
          </ac:spMkLst>
        </pc:spChg>
        <pc:cxnChg chg="del mod">
          <ac:chgData name="Oscar Benigno Lezama Cabrales" userId="bf48b3f04032ef9d" providerId="LiveId" clId="{D530F24B-25E0-4DCD-B4E6-53C88B673E24}" dt="2026-07-13T19:48:53.454" v="706" actId="478"/>
          <ac:cxnSpMkLst>
            <pc:docMk/>
            <pc:sldMk cId="2749172014" sldId="328"/>
            <ac:cxnSpMk id="7" creationId="{CEFEB832-6DD3-2078-17BC-53DA7E165349}"/>
          </ac:cxnSpMkLst>
        </pc:cxnChg>
        <pc:cxnChg chg="del mod">
          <ac:chgData name="Oscar Benigno Lezama Cabrales" userId="bf48b3f04032ef9d" providerId="LiveId" clId="{D530F24B-25E0-4DCD-B4E6-53C88B673E24}" dt="2026-07-13T19:48:53.454" v="706" actId="478"/>
          <ac:cxnSpMkLst>
            <pc:docMk/>
            <pc:sldMk cId="2749172014" sldId="328"/>
            <ac:cxnSpMk id="8" creationId="{3582C242-67C1-1712-B01E-5175546E0D6B}"/>
          </ac:cxnSpMkLst>
        </pc:cxnChg>
        <pc:cxnChg chg="add mod">
          <ac:chgData name="Oscar Benigno Lezama Cabrales" userId="bf48b3f04032ef9d" providerId="LiveId" clId="{D530F24B-25E0-4DCD-B4E6-53C88B673E24}" dt="2026-07-13T19:48:53.920" v="707"/>
          <ac:cxnSpMkLst>
            <pc:docMk/>
            <pc:sldMk cId="2749172014" sldId="328"/>
            <ac:cxnSpMk id="10" creationId="{C5C55498-DF87-0FFB-25CB-AA0448C5C838}"/>
          </ac:cxnSpMkLst>
        </pc:cxnChg>
        <pc:cxnChg chg="add mod">
          <ac:chgData name="Oscar Benigno Lezama Cabrales" userId="bf48b3f04032ef9d" providerId="LiveId" clId="{D530F24B-25E0-4DCD-B4E6-53C88B673E24}" dt="2026-07-13T19:48:53.920" v="707"/>
          <ac:cxnSpMkLst>
            <pc:docMk/>
            <pc:sldMk cId="2749172014" sldId="328"/>
            <ac:cxnSpMk id="11" creationId="{35DE5C1F-4F56-CFBC-32E9-117074BAA180}"/>
          </ac:cxnSpMkLst>
        </pc:cxnChg>
      </pc:sldChg>
      <pc:sldChg chg="add del">
        <pc:chgData name="Oscar Benigno Lezama Cabrales" userId="bf48b3f04032ef9d" providerId="LiveId" clId="{D530F24B-25E0-4DCD-B4E6-53C88B673E24}" dt="2026-07-13T19:49:20.248" v="716" actId="47"/>
        <pc:sldMkLst>
          <pc:docMk/>
          <pc:sldMk cId="1853700568" sldId="329"/>
        </pc:sldMkLst>
      </pc:sldChg>
      <pc:sldChg chg="addSp delSp modSp add mod modShow">
        <pc:chgData name="Oscar Benigno Lezama Cabrales" userId="bf48b3f04032ef9d" providerId="LiveId" clId="{D530F24B-25E0-4DCD-B4E6-53C88B673E24}" dt="2026-07-14T23:04:25.757" v="2291" actId="20577"/>
        <pc:sldMkLst>
          <pc:docMk/>
          <pc:sldMk cId="3214097716" sldId="329"/>
        </pc:sldMkLst>
        <pc:spChg chg="del">
          <ac:chgData name="Oscar Benigno Lezama Cabrales" userId="bf48b3f04032ef9d" providerId="LiveId" clId="{D530F24B-25E0-4DCD-B4E6-53C88B673E24}" dt="2026-07-13T19:51:53.029" v="718" actId="478"/>
          <ac:spMkLst>
            <pc:docMk/>
            <pc:sldMk cId="3214097716" sldId="329"/>
            <ac:spMk id="3" creationId="{D0A7EB12-96D8-CE3F-ED1C-2AB91FAE3802}"/>
          </ac:spMkLst>
        </pc:spChg>
        <pc:spChg chg="mod">
          <ac:chgData name="Oscar Benigno Lezama Cabrales" userId="bf48b3f04032ef9d" providerId="LiveId" clId="{D530F24B-25E0-4DCD-B4E6-53C88B673E24}" dt="2026-07-13T20:29:17.312" v="1373" actId="20577"/>
          <ac:spMkLst>
            <pc:docMk/>
            <pc:sldMk cId="3214097716" sldId="329"/>
            <ac:spMk id="9" creationId="{9CB5DD93-A66B-B7ED-716D-B072CBA7BA0F}"/>
          </ac:spMkLst>
        </pc:spChg>
        <pc:graphicFrameChg chg="add del mod">
          <ac:chgData name="Oscar Benigno Lezama Cabrales" userId="bf48b3f04032ef9d" providerId="LiveId" clId="{D530F24B-25E0-4DCD-B4E6-53C88B673E24}" dt="2026-07-13T19:52:54.986" v="721" actId="478"/>
          <ac:graphicFrameMkLst>
            <pc:docMk/>
            <pc:sldMk cId="3214097716" sldId="329"/>
            <ac:graphicFrameMk id="2" creationId="{DE204190-EDF2-072A-443B-9F5B871A02AA}"/>
          </ac:graphicFrameMkLst>
        </pc:graphicFrameChg>
        <pc:graphicFrameChg chg="add mod modGraphic">
          <ac:chgData name="Oscar Benigno Lezama Cabrales" userId="bf48b3f04032ef9d" providerId="LiveId" clId="{D530F24B-25E0-4DCD-B4E6-53C88B673E24}" dt="2026-07-14T23:04:25.757" v="2291" actId="20577"/>
          <ac:graphicFrameMkLst>
            <pc:docMk/>
            <pc:sldMk cId="3214097716" sldId="329"/>
            <ac:graphicFrameMk id="5" creationId="{0A8D0AE6-E68F-86A3-3911-71D464FC91BD}"/>
          </ac:graphicFrameMkLst>
        </pc:graphicFrameChg>
      </pc:sldChg>
      <pc:sldChg chg="add del ord">
        <pc:chgData name="Oscar Benigno Lezama Cabrales" userId="bf48b3f04032ef9d" providerId="LiveId" clId="{D530F24B-25E0-4DCD-B4E6-53C88B673E24}" dt="2026-07-13T22:47:37.688" v="1410" actId="2890"/>
        <pc:sldMkLst>
          <pc:docMk/>
          <pc:sldMk cId="1186304316" sldId="330"/>
        </pc:sldMkLst>
      </pc:sldChg>
      <pc:sldChg chg="modSp add mod ord">
        <pc:chgData name="Oscar Benigno Lezama Cabrales" userId="bf48b3f04032ef9d" providerId="LiveId" clId="{D530F24B-25E0-4DCD-B4E6-53C88B673E24}" dt="2026-07-13T23:19:48.116" v="1454"/>
        <pc:sldMkLst>
          <pc:docMk/>
          <pc:sldMk cId="2809909507" sldId="330"/>
        </pc:sldMkLst>
        <pc:spChg chg="mod">
          <ac:chgData name="Oscar Benigno Lezama Cabrales" userId="bf48b3f04032ef9d" providerId="LiveId" clId="{D530F24B-25E0-4DCD-B4E6-53C88B673E24}" dt="2026-07-13T22:48:01.583" v="1439" actId="14100"/>
          <ac:spMkLst>
            <pc:docMk/>
            <pc:sldMk cId="2809909507" sldId="330"/>
            <ac:spMk id="5" creationId="{EA1C2B7A-30C2-AD7E-5770-B00E47EFCB94}"/>
          </ac:spMkLst>
        </pc:spChg>
      </pc:sldChg>
      <pc:sldChg chg="addSp delSp modSp new del mod">
        <pc:chgData name="Oscar Benigno Lezama Cabrales" userId="bf48b3f04032ef9d" providerId="LiveId" clId="{D530F24B-25E0-4DCD-B4E6-53C88B673E24}" dt="2026-07-14T23:20:39.706" v="2414" actId="47"/>
        <pc:sldMkLst>
          <pc:docMk/>
          <pc:sldMk cId="4499883" sldId="331"/>
        </pc:sldMkLst>
        <pc:spChg chg="del">
          <ac:chgData name="Oscar Benigno Lezama Cabrales" userId="bf48b3f04032ef9d" providerId="LiveId" clId="{D530F24B-25E0-4DCD-B4E6-53C88B673E24}" dt="2026-07-14T16:48:15.939" v="1537" actId="478"/>
          <ac:spMkLst>
            <pc:docMk/>
            <pc:sldMk cId="4499883" sldId="331"/>
            <ac:spMk id="2" creationId="{21850721-0F54-AFE1-3235-811B56280C66}"/>
          </ac:spMkLst>
        </pc:spChg>
        <pc:spChg chg="del">
          <ac:chgData name="Oscar Benigno Lezama Cabrales" userId="bf48b3f04032ef9d" providerId="LiveId" clId="{D530F24B-25E0-4DCD-B4E6-53C88B673E24}" dt="2026-07-14T16:48:15.939" v="1537" actId="478"/>
          <ac:spMkLst>
            <pc:docMk/>
            <pc:sldMk cId="4499883" sldId="331"/>
            <ac:spMk id="3" creationId="{BBC3A686-9995-CC28-02B3-A628455B4B61}"/>
          </ac:spMkLst>
        </pc:spChg>
        <pc:spChg chg="add mod">
          <ac:chgData name="Oscar Benigno Lezama Cabrales" userId="bf48b3f04032ef9d" providerId="LiveId" clId="{D530F24B-25E0-4DCD-B4E6-53C88B673E24}" dt="2026-07-14T16:48:29.497" v="1542" actId="14100"/>
          <ac:spMkLst>
            <pc:docMk/>
            <pc:sldMk cId="4499883" sldId="331"/>
            <ac:spMk id="4" creationId="{8F531CB4-6D76-1812-71B1-D3A856674D8F}"/>
          </ac:spMkLst>
        </pc:spChg>
      </pc:sldChg>
      <pc:sldChg chg="new del">
        <pc:chgData name="Oscar Benigno Lezama Cabrales" userId="bf48b3f04032ef9d" providerId="LiveId" clId="{D530F24B-25E0-4DCD-B4E6-53C88B673E24}" dt="2026-07-14T16:48:08.492" v="1535" actId="47"/>
        <pc:sldMkLst>
          <pc:docMk/>
          <pc:sldMk cId="2969294504" sldId="331"/>
        </pc:sldMkLst>
      </pc:sldChg>
      <pc:sldChg chg="add ord">
        <pc:chgData name="Oscar Benigno Lezama Cabrales" userId="bf48b3f04032ef9d" providerId="LiveId" clId="{D530F24B-25E0-4DCD-B4E6-53C88B673E24}" dt="2026-07-14T23:04:43.935" v="2294"/>
        <pc:sldMkLst>
          <pc:docMk/>
          <pc:sldMk cId="2777523469" sldId="332"/>
        </pc:sldMkLst>
      </pc:sldChg>
      <pc:sldChg chg="add del ord">
        <pc:chgData name="Oscar Benigno Lezama Cabrales" userId="bf48b3f04032ef9d" providerId="LiveId" clId="{D530F24B-25E0-4DCD-B4E6-53C88B673E24}" dt="2026-07-14T22:51:02.898" v="2223" actId="47"/>
        <pc:sldMkLst>
          <pc:docMk/>
          <pc:sldMk cId="3883864030" sldId="332"/>
        </pc:sldMkLst>
      </pc:sldChg>
      <pc:sldChg chg="addSp delSp modSp add del mod ord">
        <pc:chgData name="Oscar Benigno Lezama Cabrales" userId="bf48b3f04032ef9d" providerId="LiveId" clId="{D530F24B-25E0-4DCD-B4E6-53C88B673E24}" dt="2026-07-14T22:51:02.898" v="2223" actId="47"/>
        <pc:sldMkLst>
          <pc:docMk/>
          <pc:sldMk cId="1567335707" sldId="333"/>
        </pc:sldMkLst>
        <pc:spChg chg="mod">
          <ac:chgData name="Oscar Benigno Lezama Cabrales" userId="bf48b3f04032ef9d" providerId="LiveId" clId="{D530F24B-25E0-4DCD-B4E6-53C88B673E24}" dt="2026-07-14T19:59:00.911" v="1828" actId="20577"/>
          <ac:spMkLst>
            <pc:docMk/>
            <pc:sldMk cId="1567335707" sldId="333"/>
            <ac:spMk id="6" creationId="{1D390E44-5ED6-A5D2-0BCB-A613BD6254E1}"/>
          </ac:spMkLst>
        </pc:spChg>
        <pc:graphicFrameChg chg="add del mod modGraphic">
          <ac:chgData name="Oscar Benigno Lezama Cabrales" userId="bf48b3f04032ef9d" providerId="LiveId" clId="{D530F24B-25E0-4DCD-B4E6-53C88B673E24}" dt="2026-07-14T20:10:50.029" v="1848" actId="478"/>
          <ac:graphicFrameMkLst>
            <pc:docMk/>
            <pc:sldMk cId="1567335707" sldId="333"/>
            <ac:graphicFrameMk id="2" creationId="{4899A94B-258C-3545-A664-28AAD928D2BD}"/>
          </ac:graphicFrameMkLst>
        </pc:graphicFrameChg>
        <pc:graphicFrameChg chg="add mod">
          <ac:chgData name="Oscar Benigno Lezama Cabrales" userId="bf48b3f04032ef9d" providerId="LiveId" clId="{D530F24B-25E0-4DCD-B4E6-53C88B673E24}" dt="2026-07-14T20:11:21.154" v="1849"/>
          <ac:graphicFrameMkLst>
            <pc:docMk/>
            <pc:sldMk cId="1567335707" sldId="333"/>
            <ac:graphicFrameMk id="5" creationId="{4FCE96EA-DE76-2BCA-60E3-2109EF0998D9}"/>
          </ac:graphicFrameMkLst>
        </pc:graphicFrameChg>
        <pc:graphicFrameChg chg="add mod modGraphic">
          <ac:chgData name="Oscar Benigno Lezama Cabrales" userId="bf48b3f04032ef9d" providerId="LiveId" clId="{D530F24B-25E0-4DCD-B4E6-53C88B673E24}" dt="2026-07-14T20:12:03.136" v="1862" actId="14734"/>
          <ac:graphicFrameMkLst>
            <pc:docMk/>
            <pc:sldMk cId="1567335707" sldId="333"/>
            <ac:graphicFrameMk id="9" creationId="{01C8CD2C-7049-81D5-8FFE-CF6082B03E01}"/>
          </ac:graphicFrameMkLst>
        </pc:graphicFrameChg>
        <pc:picChg chg="del">
          <ac:chgData name="Oscar Benigno Lezama Cabrales" userId="bf48b3f04032ef9d" providerId="LiveId" clId="{D530F24B-25E0-4DCD-B4E6-53C88B673E24}" dt="2026-07-14T19:59:04.940" v="1829" actId="478"/>
          <ac:picMkLst>
            <pc:docMk/>
            <pc:sldMk cId="1567335707" sldId="333"/>
            <ac:picMk id="3" creationId="{A8850D56-60C5-802F-1F85-9640B5BAF369}"/>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Columna1</c:v>
                </c:pt>
              </c:strCache>
            </c:strRef>
          </c:tx>
          <c:dPt>
            <c:idx val="0"/>
            <c:bubble3D val="0"/>
            <c:spPr>
              <a:solidFill>
                <a:srgbClr val="B66666"/>
              </a:solidFill>
              <a:ln w="19050">
                <a:solidFill>
                  <a:schemeClr val="lt1"/>
                </a:solidFill>
              </a:ln>
              <a:effectLst/>
            </c:spPr>
            <c:extLst>
              <c:ext xmlns:c16="http://schemas.microsoft.com/office/drawing/2014/chart" uri="{C3380CC4-5D6E-409C-BE32-E72D297353CC}">
                <c16:uniqueId val="{00000001-F341-40C5-969D-A2AF8FDFB00A}"/>
              </c:ext>
            </c:extLst>
          </c:dPt>
          <c:dPt>
            <c:idx val="1"/>
            <c:bubble3D val="0"/>
            <c:spPr>
              <a:solidFill>
                <a:srgbClr val="7890AE"/>
              </a:solidFill>
              <a:ln w="19050">
                <a:solidFill>
                  <a:schemeClr val="lt1"/>
                </a:solidFill>
              </a:ln>
              <a:effectLst/>
            </c:spPr>
            <c:extLst>
              <c:ext xmlns:c16="http://schemas.microsoft.com/office/drawing/2014/chart" uri="{C3380CC4-5D6E-409C-BE32-E72D297353CC}">
                <c16:uniqueId val="{00000002-F341-40C5-969D-A2AF8FDFB00A}"/>
              </c:ext>
            </c:extLst>
          </c:dPt>
          <c:dPt>
            <c:idx val="2"/>
            <c:bubble3D val="0"/>
            <c:spPr>
              <a:solidFill>
                <a:srgbClr val="62906D"/>
              </a:solidFill>
              <a:ln w="19050">
                <a:solidFill>
                  <a:schemeClr val="lt1"/>
                </a:solidFill>
              </a:ln>
              <a:effectLst/>
            </c:spPr>
            <c:extLst>
              <c:ext xmlns:c16="http://schemas.microsoft.com/office/drawing/2014/chart" uri="{C3380CC4-5D6E-409C-BE32-E72D297353CC}">
                <c16:uniqueId val="{00000003-F341-40C5-969D-A2AF8FDFB00A}"/>
              </c:ext>
            </c:extLst>
          </c:dPt>
          <c:dLbls>
            <c:dLbl>
              <c:idx val="0"/>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1-F341-40C5-969D-A2AF8FDFB00A}"/>
                </c:ext>
              </c:extLst>
            </c:dLbl>
            <c:dLbl>
              <c:idx val="1"/>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2-F341-40C5-969D-A2AF8FDFB00A}"/>
                </c:ext>
              </c:extLst>
            </c:dLbl>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Hoja1!$A$2:$A$4</c:f>
              <c:strCache>
                <c:ptCount val="3"/>
                <c:pt idx="0">
                  <c:v>Morena</c:v>
                </c:pt>
                <c:pt idx="1">
                  <c:v>PAN</c:v>
                </c:pt>
                <c:pt idx="2">
                  <c:v>PVEM</c:v>
                </c:pt>
              </c:strCache>
            </c:strRef>
          </c:cat>
          <c:val>
            <c:numRef>
              <c:f>Hoja1!$B$2:$B$4</c:f>
              <c:numCache>
                <c:formatCode>General</c:formatCode>
                <c:ptCount val="3"/>
                <c:pt idx="0">
                  <c:v>4</c:v>
                </c:pt>
                <c:pt idx="1">
                  <c:v>6</c:v>
                </c:pt>
                <c:pt idx="2">
                  <c:v>1</c:v>
                </c:pt>
              </c:numCache>
            </c:numRef>
          </c:val>
          <c:extLst>
            <c:ext xmlns:c16="http://schemas.microsoft.com/office/drawing/2014/chart" uri="{C3380CC4-5D6E-409C-BE32-E72D297353CC}">
              <c16:uniqueId val="{00000000-F341-40C5-969D-A2AF8FDFB00A}"/>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Montserrat" panose="00000500000000000000" pitchFamily="2" charset="0"/>
        </a:defRPr>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Columna1</c:v>
                </c:pt>
              </c:strCache>
            </c:strRef>
          </c:tx>
          <c:dPt>
            <c:idx val="0"/>
            <c:bubble3D val="0"/>
            <c:spPr>
              <a:solidFill>
                <a:srgbClr val="B66666"/>
              </a:solidFill>
              <a:ln w="19050">
                <a:solidFill>
                  <a:schemeClr val="lt1"/>
                </a:solidFill>
              </a:ln>
              <a:effectLst/>
            </c:spPr>
            <c:extLst>
              <c:ext xmlns:c16="http://schemas.microsoft.com/office/drawing/2014/chart" uri="{C3380CC4-5D6E-409C-BE32-E72D297353CC}">
                <c16:uniqueId val="{00000001-77CC-4BF9-85A9-2A101CCA1226}"/>
              </c:ext>
            </c:extLst>
          </c:dPt>
          <c:dPt>
            <c:idx val="1"/>
            <c:bubble3D val="0"/>
            <c:spPr>
              <a:solidFill>
                <a:srgbClr val="C69A54"/>
              </a:solidFill>
              <a:ln w="19050">
                <a:solidFill>
                  <a:schemeClr val="lt1"/>
                </a:solidFill>
              </a:ln>
              <a:effectLst/>
            </c:spPr>
            <c:extLst>
              <c:ext xmlns:c16="http://schemas.microsoft.com/office/drawing/2014/chart" uri="{C3380CC4-5D6E-409C-BE32-E72D297353CC}">
                <c16:uniqueId val="{00000003-77CC-4BF9-85A9-2A101CCA1226}"/>
              </c:ext>
            </c:extLst>
          </c:dPt>
          <c:dLbls>
            <c:dLbl>
              <c:idx val="0"/>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1-77CC-4BF9-85A9-2A101CCA1226}"/>
                </c:ext>
              </c:extLst>
            </c:dLbl>
            <c:dLbl>
              <c:idx val="1"/>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3-77CC-4BF9-85A9-2A101CCA1226}"/>
                </c:ext>
              </c:extLst>
            </c:dLbl>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Hoja1!$A$2:$A$3</c:f>
              <c:strCache>
                <c:ptCount val="2"/>
                <c:pt idx="0">
                  <c:v>Morena</c:v>
                </c:pt>
                <c:pt idx="1">
                  <c:v>MC</c:v>
                </c:pt>
              </c:strCache>
            </c:strRef>
          </c:cat>
          <c:val>
            <c:numRef>
              <c:f>Hoja1!$B$2:$B$3</c:f>
              <c:numCache>
                <c:formatCode>General</c:formatCode>
                <c:ptCount val="2"/>
                <c:pt idx="0">
                  <c:v>3</c:v>
                </c:pt>
                <c:pt idx="1">
                  <c:v>1</c:v>
                </c:pt>
              </c:numCache>
            </c:numRef>
          </c:val>
          <c:extLst>
            <c:ext xmlns:c16="http://schemas.microsoft.com/office/drawing/2014/chart" uri="{C3380CC4-5D6E-409C-BE32-E72D297353CC}">
              <c16:uniqueId val="{00000004-77CC-4BF9-85A9-2A101CCA1226}"/>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Montserrat" panose="00000500000000000000" pitchFamily="2" charset="0"/>
        </a:defRPr>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Columna1</c:v>
                </c:pt>
              </c:strCache>
            </c:strRef>
          </c:tx>
          <c:dPt>
            <c:idx val="0"/>
            <c:bubble3D val="0"/>
            <c:spPr>
              <a:solidFill>
                <a:srgbClr val="B66666"/>
              </a:solidFill>
              <a:ln w="19050">
                <a:solidFill>
                  <a:schemeClr val="lt1"/>
                </a:solidFill>
              </a:ln>
              <a:effectLst/>
            </c:spPr>
            <c:extLst>
              <c:ext xmlns:c16="http://schemas.microsoft.com/office/drawing/2014/chart" uri="{C3380CC4-5D6E-409C-BE32-E72D297353CC}">
                <c16:uniqueId val="{00000001-4156-466D-8BD7-9168AE1ED2F0}"/>
              </c:ext>
            </c:extLst>
          </c:dPt>
          <c:dLbls>
            <c:dLbl>
              <c:idx val="0"/>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1-4156-466D-8BD7-9168AE1ED2F0}"/>
                </c:ext>
              </c:extLst>
            </c:dLbl>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c:f>
              <c:strCache>
                <c:ptCount val="1"/>
                <c:pt idx="0">
                  <c:v>Morena</c:v>
                </c:pt>
              </c:strCache>
            </c:strRef>
          </c:cat>
          <c:val>
            <c:numRef>
              <c:f>Hoja1!$B$2</c:f>
              <c:numCache>
                <c:formatCode>General</c:formatCode>
                <c:ptCount val="1"/>
                <c:pt idx="0">
                  <c:v>5</c:v>
                </c:pt>
              </c:numCache>
            </c:numRef>
          </c:val>
          <c:extLst>
            <c:ext xmlns:c16="http://schemas.microsoft.com/office/drawing/2014/chart" uri="{C3380CC4-5D6E-409C-BE32-E72D297353CC}">
              <c16:uniqueId val="{00000004-4156-466D-8BD7-9168AE1ED2F0}"/>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Montserrat" panose="00000500000000000000" pitchFamily="2" charset="0"/>
        </a:defRPr>
      </a:pPr>
      <a:endParaRPr lang="es-MX"/>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Columna1</c:v>
                </c:pt>
              </c:strCache>
            </c:strRef>
          </c:tx>
          <c:dPt>
            <c:idx val="0"/>
            <c:bubble3D val="0"/>
            <c:spPr>
              <a:solidFill>
                <a:srgbClr val="B66666"/>
              </a:solidFill>
              <a:ln w="19050">
                <a:solidFill>
                  <a:schemeClr val="lt1"/>
                </a:solidFill>
              </a:ln>
              <a:effectLst/>
            </c:spPr>
            <c:extLst>
              <c:ext xmlns:c16="http://schemas.microsoft.com/office/drawing/2014/chart" uri="{C3380CC4-5D6E-409C-BE32-E72D297353CC}">
                <c16:uniqueId val="{00000001-F341-40C5-969D-A2AF8FDFB00A}"/>
              </c:ext>
            </c:extLst>
          </c:dPt>
          <c:dPt>
            <c:idx val="1"/>
            <c:bubble3D val="0"/>
            <c:spPr>
              <a:solidFill>
                <a:srgbClr val="C69A54"/>
              </a:solidFill>
              <a:ln w="19050">
                <a:solidFill>
                  <a:schemeClr val="lt1"/>
                </a:solidFill>
              </a:ln>
              <a:effectLst/>
            </c:spPr>
            <c:extLst>
              <c:ext xmlns:c16="http://schemas.microsoft.com/office/drawing/2014/chart" uri="{C3380CC4-5D6E-409C-BE32-E72D297353CC}">
                <c16:uniqueId val="{00000002-F341-40C5-969D-A2AF8FDFB00A}"/>
              </c:ext>
            </c:extLst>
          </c:dPt>
          <c:dPt>
            <c:idx val="2"/>
            <c:bubble3D val="0"/>
            <c:spPr>
              <a:solidFill>
                <a:srgbClr val="C97D5E"/>
              </a:solidFill>
              <a:ln w="19050">
                <a:solidFill>
                  <a:schemeClr val="lt1"/>
                </a:solidFill>
              </a:ln>
              <a:effectLst/>
            </c:spPr>
            <c:extLst>
              <c:ext xmlns:c16="http://schemas.microsoft.com/office/drawing/2014/chart" uri="{C3380CC4-5D6E-409C-BE32-E72D297353CC}">
                <c16:uniqueId val="{00000003-F341-40C5-969D-A2AF8FDFB00A}"/>
              </c:ext>
            </c:extLst>
          </c:dPt>
          <c:dLbls>
            <c:dLbl>
              <c:idx val="0"/>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1-F341-40C5-969D-A2AF8FDFB00A}"/>
                </c:ext>
              </c:extLst>
            </c:dLbl>
            <c:dLbl>
              <c:idx val="1"/>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2-F341-40C5-969D-A2AF8FDFB00A}"/>
                </c:ext>
              </c:extLst>
            </c:dLbl>
            <c:dLbl>
              <c:idx val="2"/>
              <c:spPr>
                <a:noFill/>
                <a:ln>
                  <a:noFill/>
                </a:ln>
                <a:effectLst/>
              </c:spPr>
              <c:txPr>
                <a:bodyPr rot="0" spcFirstLastPara="1" vertOverflow="ellipsis" vert="horz" wrap="square" anchor="ctr" anchorCtr="1"/>
                <a:lstStyle/>
                <a:p>
                  <a:pPr>
                    <a:defRPr sz="500" b="0" i="0" u="none" strike="noStrike" kern="1200" baseline="0">
                      <a:solidFill>
                        <a:srgbClr val="FFFF00"/>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3-F341-40C5-969D-A2AF8FDFB00A}"/>
                </c:ext>
              </c:extLst>
            </c:dLbl>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Hoja1!$A$2:$A$4</c:f>
              <c:strCache>
                <c:ptCount val="3"/>
                <c:pt idx="0">
                  <c:v>Morena</c:v>
                </c:pt>
                <c:pt idx="1">
                  <c:v>MC</c:v>
                </c:pt>
                <c:pt idx="2">
                  <c:v>PT</c:v>
                </c:pt>
              </c:strCache>
            </c:strRef>
          </c:cat>
          <c:val>
            <c:numRef>
              <c:f>Hoja1!$B$2:$B$4</c:f>
              <c:numCache>
                <c:formatCode>General</c:formatCode>
                <c:ptCount val="3"/>
                <c:pt idx="0">
                  <c:v>8</c:v>
                </c:pt>
                <c:pt idx="1">
                  <c:v>1</c:v>
                </c:pt>
                <c:pt idx="2">
                  <c:v>2</c:v>
                </c:pt>
              </c:numCache>
            </c:numRef>
          </c:val>
          <c:extLst>
            <c:ext xmlns:c16="http://schemas.microsoft.com/office/drawing/2014/chart" uri="{C3380CC4-5D6E-409C-BE32-E72D297353CC}">
              <c16:uniqueId val="{00000000-F341-40C5-969D-A2AF8FDFB00A}"/>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Montserrat" panose="00000500000000000000" pitchFamily="2" charset="0"/>
        </a:defRPr>
      </a:pPr>
      <a:endParaRPr lang="es-MX"/>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Hoja1!$B$1</c:f>
              <c:strCache>
                <c:ptCount val="1"/>
                <c:pt idx="0">
                  <c:v>Columna1</c:v>
                </c:pt>
              </c:strCache>
            </c:strRef>
          </c:tx>
          <c:dPt>
            <c:idx val="0"/>
            <c:bubble3D val="0"/>
            <c:spPr>
              <a:solidFill>
                <a:srgbClr val="B66666"/>
              </a:solidFill>
              <a:ln w="19050">
                <a:solidFill>
                  <a:schemeClr val="lt1"/>
                </a:solidFill>
              </a:ln>
              <a:effectLst/>
            </c:spPr>
            <c:extLst>
              <c:ext xmlns:c16="http://schemas.microsoft.com/office/drawing/2014/chart" uri="{C3380CC4-5D6E-409C-BE32-E72D297353CC}">
                <c16:uniqueId val="{00000001-BBF3-4F4D-8161-D1F3BCE0E336}"/>
              </c:ext>
            </c:extLst>
          </c:dPt>
          <c:dPt>
            <c:idx val="1"/>
            <c:bubble3D val="0"/>
            <c:spPr>
              <a:solidFill>
                <a:srgbClr val="62906D"/>
              </a:solidFill>
              <a:ln w="19050">
                <a:solidFill>
                  <a:schemeClr val="lt1"/>
                </a:solidFill>
              </a:ln>
              <a:effectLst/>
            </c:spPr>
            <c:extLst>
              <c:ext xmlns:c16="http://schemas.microsoft.com/office/drawing/2014/chart" uri="{C3380CC4-5D6E-409C-BE32-E72D297353CC}">
                <c16:uniqueId val="{00000003-BBF3-4F4D-8161-D1F3BCE0E336}"/>
              </c:ext>
            </c:extLst>
          </c:dPt>
          <c:dPt>
            <c:idx val="2"/>
            <c:bubble3D val="0"/>
            <c:spPr>
              <a:solidFill>
                <a:srgbClr val="C97D5E"/>
              </a:solidFill>
              <a:ln w="19050">
                <a:solidFill>
                  <a:schemeClr val="lt1"/>
                </a:solidFill>
              </a:ln>
              <a:effectLst/>
            </c:spPr>
            <c:extLst>
              <c:ext xmlns:c16="http://schemas.microsoft.com/office/drawing/2014/chart" uri="{C3380CC4-5D6E-409C-BE32-E72D297353CC}">
                <c16:uniqueId val="{00000005-BBF3-4F4D-8161-D1F3BCE0E336}"/>
              </c:ext>
            </c:extLst>
          </c:dPt>
          <c:dPt>
            <c:idx val="3"/>
            <c:bubble3D val="0"/>
            <c:spPr>
              <a:solidFill>
                <a:srgbClr val="73A070"/>
              </a:solidFill>
              <a:ln w="19050">
                <a:solidFill>
                  <a:schemeClr val="lt1"/>
                </a:solidFill>
              </a:ln>
              <a:effectLst/>
            </c:spPr>
            <c:extLst>
              <c:ext xmlns:c16="http://schemas.microsoft.com/office/drawing/2014/chart" uri="{C3380CC4-5D6E-409C-BE32-E72D297353CC}">
                <c16:uniqueId val="{00000008-BBF3-4F4D-8161-D1F3BCE0E336}"/>
              </c:ext>
            </c:extLst>
          </c:dPt>
          <c:dPt>
            <c:idx val="4"/>
            <c:bubble3D val="0"/>
            <c:spPr>
              <a:solidFill>
                <a:srgbClr val="C69A54"/>
              </a:solidFill>
              <a:ln w="19050">
                <a:solidFill>
                  <a:schemeClr val="lt1"/>
                </a:solidFill>
              </a:ln>
              <a:effectLst/>
            </c:spPr>
            <c:extLst>
              <c:ext xmlns:c16="http://schemas.microsoft.com/office/drawing/2014/chart" uri="{C3380CC4-5D6E-409C-BE32-E72D297353CC}">
                <c16:uniqueId val="{00000006-BBF3-4F4D-8161-D1F3BCE0E336}"/>
              </c:ext>
            </c:extLst>
          </c:dPt>
          <c:dPt>
            <c:idx val="5"/>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7-BBF3-4F4D-8161-D1F3BCE0E336}"/>
              </c:ext>
            </c:extLst>
          </c:dPt>
          <c:dLbls>
            <c:dLbl>
              <c:idx val="0"/>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1-BBF3-4F4D-8161-D1F3BCE0E336}"/>
                </c:ext>
              </c:extLst>
            </c:dLbl>
            <c:dLbl>
              <c:idx val="1"/>
              <c:spPr>
                <a:noFill/>
                <a:ln>
                  <a:noFill/>
                </a:ln>
                <a:effectLst/>
              </c:spPr>
              <c:txPr>
                <a:bodyPr rot="0" spcFirstLastPara="1" vertOverflow="ellipsis" vert="horz" wrap="square" anchor="ctr" anchorCtr="1"/>
                <a:lstStyle/>
                <a:p>
                  <a:pPr>
                    <a:defRPr sz="500" b="0" i="0" u="none" strike="noStrike" kern="1200" baseline="0">
                      <a:solidFill>
                        <a:schemeClr val="bg1"/>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3-BBF3-4F4D-8161-D1F3BCE0E336}"/>
                </c:ext>
              </c:extLst>
            </c:dLbl>
            <c:dLbl>
              <c:idx val="2"/>
              <c:spPr>
                <a:noFill/>
                <a:ln>
                  <a:noFill/>
                </a:ln>
                <a:effectLst/>
              </c:spPr>
              <c:txPr>
                <a:bodyPr rot="0" spcFirstLastPara="1" vertOverflow="ellipsis" vert="horz" wrap="square" anchor="ctr" anchorCtr="1"/>
                <a:lstStyle/>
                <a:p>
                  <a:pPr>
                    <a:defRPr sz="500" b="0" i="0" u="none" strike="noStrike" kern="1200" baseline="0">
                      <a:solidFill>
                        <a:srgbClr val="FFFF00"/>
                      </a:solidFill>
                      <a:latin typeface="Montserrat" panose="00000500000000000000" pitchFamily="2" charset="0"/>
                      <a:ea typeface="+mn-ea"/>
                      <a:cs typeface="+mn-cs"/>
                    </a:defRPr>
                  </a:pPr>
                  <a:endParaRPr lang="es-MX"/>
                </a:p>
              </c:txPr>
              <c:showLegendKey val="0"/>
              <c:showVal val="1"/>
              <c:showCatName val="1"/>
              <c:showSerName val="0"/>
              <c:showPercent val="0"/>
              <c:showBubbleSize val="0"/>
              <c:extLst>
                <c:ext xmlns:c16="http://schemas.microsoft.com/office/drawing/2014/chart" uri="{C3380CC4-5D6E-409C-BE32-E72D297353CC}">
                  <c16:uniqueId val="{00000005-BBF3-4F4D-8161-D1F3BCE0E336}"/>
                </c:ext>
              </c:extLst>
            </c:dLbl>
            <c:spPr>
              <a:noFill/>
              <a:ln>
                <a:noFill/>
              </a:ln>
              <a:effectLst/>
            </c:spPr>
            <c:txPr>
              <a:bodyPr rot="0" spcFirstLastPara="1" vertOverflow="ellipsis" vert="horz" wrap="square" anchor="ctr" anchorCtr="1"/>
              <a:lstStyle/>
              <a:p>
                <a:pPr>
                  <a:defRPr sz="500" b="0"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Hoja1!$A$2:$A$7</c:f>
              <c:strCache>
                <c:ptCount val="6"/>
                <c:pt idx="0">
                  <c:v>Morena</c:v>
                </c:pt>
                <c:pt idx="1">
                  <c:v>PVEM</c:v>
                </c:pt>
                <c:pt idx="2">
                  <c:v>PT</c:v>
                </c:pt>
                <c:pt idx="3">
                  <c:v>PRI</c:v>
                </c:pt>
                <c:pt idx="4">
                  <c:v>MC</c:v>
                </c:pt>
                <c:pt idx="5">
                  <c:v>RSP</c:v>
                </c:pt>
              </c:strCache>
            </c:strRef>
          </c:cat>
          <c:val>
            <c:numRef>
              <c:f>Hoja1!$B$2:$B$7</c:f>
              <c:numCache>
                <c:formatCode>General</c:formatCode>
                <c:ptCount val="6"/>
                <c:pt idx="0">
                  <c:v>12</c:v>
                </c:pt>
                <c:pt idx="1">
                  <c:v>14</c:v>
                </c:pt>
                <c:pt idx="2">
                  <c:v>6</c:v>
                </c:pt>
                <c:pt idx="3">
                  <c:v>3</c:v>
                </c:pt>
                <c:pt idx="4">
                  <c:v>1</c:v>
                </c:pt>
                <c:pt idx="5">
                  <c:v>1</c:v>
                </c:pt>
              </c:numCache>
            </c:numRef>
          </c:val>
          <c:extLst>
            <c:ext xmlns:c16="http://schemas.microsoft.com/office/drawing/2014/chart" uri="{C3380CC4-5D6E-409C-BE32-E72D297353CC}">
              <c16:uniqueId val="{00000004-BBF3-4F4D-8161-D1F3BCE0E336}"/>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Montserrat" panose="00000500000000000000" pitchFamily="2" charset="0"/>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5B6C0-AB1F-454E-B4E5-ED232B9DBF9A}" type="datetimeFigureOut">
              <a:rPr lang="es-MX" smtClean="0"/>
              <a:t>14/07/2026</a:t>
            </a:fld>
            <a:endParaRPr lang="es-MX"/>
          </a:p>
        </p:txBody>
      </p:sp>
      <p:sp>
        <p:nvSpPr>
          <p:cNvPr id="4" name="Marcador de imagen de diapositiva 3"/>
          <p:cNvSpPr>
            <a:spLocks noGrp="1" noRot="1" noChangeAspect="1"/>
          </p:cNvSpPr>
          <p:nvPr>
            <p:ph type="sldImg" idx="2"/>
          </p:nvPr>
        </p:nvSpPr>
        <p:spPr>
          <a:xfrm>
            <a:off x="1044575" y="1143000"/>
            <a:ext cx="476885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F322A-2DA9-4072-A6DE-D45B1DA0301F}" type="slidenum">
              <a:rPr lang="es-MX" smtClean="0"/>
              <a:t>‹Nº›</a:t>
            </a:fld>
            <a:endParaRPr lang="es-MX"/>
          </a:p>
        </p:txBody>
      </p:sp>
    </p:spTree>
    <p:extLst>
      <p:ext uri="{BB962C8B-B14F-4D97-AF65-F5344CB8AC3E}">
        <p14:creationId xmlns:p14="http://schemas.microsoft.com/office/powerpoint/2010/main" val="421693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2C80-60B1-BF97-B334-A0CEF4501E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194BEE-C616-E556-A5E5-68F69B12DA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9E482B-133A-9069-126E-3C4497F4B3D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F14864A5-5727-ACC7-837E-B535C279CCF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881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F9A5-D2CC-4EBD-9979-3F0936BDCF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781869-4113-4B9D-C3E9-FCE0752B75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B27041-7148-2AD6-332D-38063E57A1C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5882B4E-280D-DCF2-A43A-7A3119D964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259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227F-6228-8C0E-4A8E-865BA7FA7D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24150D-D10A-45FE-11C3-935D1E0696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A68296-B075-50B4-BCCB-EE822C22344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71002180-1FD7-1836-F578-D96B598201A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0879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A812-3885-E8AD-96D6-B44CC4C889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46365C-4393-2A46-D408-421994AD5FD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21DB65-58DC-CBB1-C4D0-AB5B8EDE5D0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46D2084-F1AE-6DC3-C811-1C4DD07CAD1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6716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F810-4EFB-3196-AF09-6DD0B0F7EE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C196B5-5F7B-B281-EF11-A5B47AC4E5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E783A3-949A-F70E-0D97-47D695C0B3D8}"/>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4A956C6A-3E5D-00C7-F753-E8F04E5FA42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9699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2674-3524-DA8D-8E06-7F9E53DA04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DD5990-1024-E262-9DC9-E66EF0EEC0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2020CD-1CC4-D6D1-A975-728F0EFBBF5C}"/>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77B3EDD-D779-DF74-7685-245AFB94872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B06F4F-49E6-4441-ABB8-26A4A903172D}"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732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82930" y="823066"/>
            <a:ext cx="6606540" cy="1750907"/>
          </a:xfrm>
        </p:spPr>
        <p:txBody>
          <a:bodyPr anchor="b"/>
          <a:lstStyle>
            <a:lvl1pPr algn="ctr">
              <a:defRPr sz="4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971550" y="2641495"/>
            <a:ext cx="5829300" cy="1214225"/>
          </a:xfrm>
        </p:spPr>
        <p:txBody>
          <a:bodyPr/>
          <a:lstStyle>
            <a:lvl1pPr marL="0" indent="0" algn="ctr">
              <a:buNone/>
              <a:defRPr sz="1760"/>
            </a:lvl1pPr>
            <a:lvl2pPr marL="335265" indent="0" algn="ctr">
              <a:buNone/>
              <a:defRPr sz="1467"/>
            </a:lvl2pPr>
            <a:lvl3pPr marL="670530" indent="0" algn="ctr">
              <a:buNone/>
              <a:defRPr sz="1320"/>
            </a:lvl3pPr>
            <a:lvl4pPr marL="1005794" indent="0" algn="ctr">
              <a:buNone/>
              <a:defRPr sz="1173"/>
            </a:lvl4pPr>
            <a:lvl5pPr marL="1341059" indent="0" algn="ctr">
              <a:buNone/>
              <a:defRPr sz="1173"/>
            </a:lvl5pPr>
            <a:lvl6pPr marL="1676324" indent="0" algn="ctr">
              <a:buNone/>
              <a:defRPr sz="1173"/>
            </a:lvl6pPr>
            <a:lvl7pPr marL="2011589" indent="0" algn="ctr">
              <a:buNone/>
              <a:defRPr sz="1173"/>
            </a:lvl7pPr>
            <a:lvl8pPr marL="2346853" indent="0" algn="ctr">
              <a:buNone/>
              <a:defRPr sz="1173"/>
            </a:lvl8pPr>
            <a:lvl9pPr marL="2682118" indent="0" algn="ctr">
              <a:buNone/>
              <a:defRPr sz="1173"/>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51436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57428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30305" y="1253809"/>
            <a:ext cx="6703695" cy="2092007"/>
          </a:xfrm>
        </p:spPr>
        <p:txBody>
          <a:bodyPr anchor="b"/>
          <a:lstStyle>
            <a:lvl1pPr>
              <a:defRPr sz="4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30305" y="3365607"/>
            <a:ext cx="6703695" cy="1100137"/>
          </a:xfrm>
        </p:spPr>
        <p:txBody>
          <a:bodyPr/>
          <a:lstStyle>
            <a:lvl1pPr marL="0" indent="0">
              <a:buNone/>
              <a:defRPr sz="1760">
                <a:solidFill>
                  <a:schemeClr val="tx1"/>
                </a:solidFill>
              </a:defRPr>
            </a:lvl1pPr>
            <a:lvl2pPr marL="335265" indent="0">
              <a:buNone/>
              <a:defRPr sz="1467">
                <a:solidFill>
                  <a:schemeClr val="tx1">
                    <a:tint val="75000"/>
                  </a:schemeClr>
                </a:solidFill>
              </a:defRPr>
            </a:lvl2pPr>
            <a:lvl3pPr marL="670530" indent="0">
              <a:buNone/>
              <a:defRPr sz="1320">
                <a:solidFill>
                  <a:schemeClr val="tx1">
                    <a:tint val="75000"/>
                  </a:schemeClr>
                </a:solidFill>
              </a:defRPr>
            </a:lvl3pPr>
            <a:lvl4pPr marL="1005794" indent="0">
              <a:buNone/>
              <a:defRPr sz="1173">
                <a:solidFill>
                  <a:schemeClr val="tx1">
                    <a:tint val="75000"/>
                  </a:schemeClr>
                </a:solidFill>
              </a:defRPr>
            </a:lvl4pPr>
            <a:lvl5pPr marL="1341059" indent="0">
              <a:buNone/>
              <a:defRPr sz="1173">
                <a:solidFill>
                  <a:schemeClr val="tx1">
                    <a:tint val="75000"/>
                  </a:schemeClr>
                </a:solidFill>
              </a:defRPr>
            </a:lvl5pPr>
            <a:lvl6pPr marL="1676324" indent="0">
              <a:buNone/>
              <a:defRPr sz="1173">
                <a:solidFill>
                  <a:schemeClr val="tx1">
                    <a:tint val="75000"/>
                  </a:schemeClr>
                </a:solidFill>
              </a:defRPr>
            </a:lvl6pPr>
            <a:lvl7pPr marL="2011589" indent="0">
              <a:buNone/>
              <a:defRPr sz="1173">
                <a:solidFill>
                  <a:schemeClr val="tx1">
                    <a:tint val="75000"/>
                  </a:schemeClr>
                </a:solidFill>
              </a:defRPr>
            </a:lvl7pPr>
            <a:lvl8pPr marL="2346853" indent="0">
              <a:buNone/>
              <a:defRPr sz="1173">
                <a:solidFill>
                  <a:schemeClr val="tx1">
                    <a:tint val="75000"/>
                  </a:schemeClr>
                </a:solidFill>
              </a:defRPr>
            </a:lvl8pPr>
            <a:lvl9pPr marL="2682118" indent="0">
              <a:buNone/>
              <a:defRPr sz="1173">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32220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34353" y="1338792"/>
            <a:ext cx="3303270" cy="31909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934778" y="1338792"/>
            <a:ext cx="3303270" cy="31909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253414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535365" y="267759"/>
            <a:ext cx="6703695" cy="97208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35366" y="1232853"/>
            <a:ext cx="3288089" cy="604202"/>
          </a:xfrm>
        </p:spPr>
        <p:txBody>
          <a:bodyPr anchor="b"/>
          <a:lstStyle>
            <a:lvl1pPr marL="0" indent="0">
              <a:buNone/>
              <a:defRPr sz="1760" b="1"/>
            </a:lvl1pPr>
            <a:lvl2pPr marL="335265" indent="0">
              <a:buNone/>
              <a:defRPr sz="1467" b="1"/>
            </a:lvl2pPr>
            <a:lvl3pPr marL="670530" indent="0">
              <a:buNone/>
              <a:defRPr sz="1320" b="1"/>
            </a:lvl3pPr>
            <a:lvl4pPr marL="1005794" indent="0">
              <a:buNone/>
              <a:defRPr sz="1173" b="1"/>
            </a:lvl4pPr>
            <a:lvl5pPr marL="1341059" indent="0">
              <a:buNone/>
              <a:defRPr sz="1173" b="1"/>
            </a:lvl5pPr>
            <a:lvl6pPr marL="1676324" indent="0">
              <a:buNone/>
              <a:defRPr sz="1173" b="1"/>
            </a:lvl6pPr>
            <a:lvl7pPr marL="2011589" indent="0">
              <a:buNone/>
              <a:defRPr sz="1173" b="1"/>
            </a:lvl7pPr>
            <a:lvl8pPr marL="2346853" indent="0">
              <a:buNone/>
              <a:defRPr sz="1173" b="1"/>
            </a:lvl8pPr>
            <a:lvl9pPr marL="2682118" indent="0">
              <a:buNone/>
              <a:defRPr sz="1173" b="1"/>
            </a:lvl9pPr>
          </a:lstStyle>
          <a:p>
            <a:pPr lvl="0"/>
            <a:r>
              <a:rPr lang="es-ES"/>
              <a:t>Haga clic para modificar los estilos de texto del patrón</a:t>
            </a:r>
          </a:p>
        </p:txBody>
      </p:sp>
      <p:sp>
        <p:nvSpPr>
          <p:cNvPr id="4" name="Content Placeholder 3"/>
          <p:cNvSpPr>
            <a:spLocks noGrp="1"/>
          </p:cNvSpPr>
          <p:nvPr>
            <p:ph sz="half" idx="2"/>
          </p:nvPr>
        </p:nvSpPr>
        <p:spPr>
          <a:xfrm>
            <a:off x="535366" y="1837055"/>
            <a:ext cx="3288089" cy="270203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934778" y="1232853"/>
            <a:ext cx="3304282" cy="604202"/>
          </a:xfrm>
        </p:spPr>
        <p:txBody>
          <a:bodyPr anchor="b"/>
          <a:lstStyle>
            <a:lvl1pPr marL="0" indent="0">
              <a:buNone/>
              <a:defRPr sz="1760" b="1"/>
            </a:lvl1pPr>
            <a:lvl2pPr marL="335265" indent="0">
              <a:buNone/>
              <a:defRPr sz="1467" b="1"/>
            </a:lvl2pPr>
            <a:lvl3pPr marL="670530" indent="0">
              <a:buNone/>
              <a:defRPr sz="1320" b="1"/>
            </a:lvl3pPr>
            <a:lvl4pPr marL="1005794" indent="0">
              <a:buNone/>
              <a:defRPr sz="1173" b="1"/>
            </a:lvl4pPr>
            <a:lvl5pPr marL="1341059" indent="0">
              <a:buNone/>
              <a:defRPr sz="1173" b="1"/>
            </a:lvl5pPr>
            <a:lvl6pPr marL="1676324" indent="0">
              <a:buNone/>
              <a:defRPr sz="1173" b="1"/>
            </a:lvl6pPr>
            <a:lvl7pPr marL="2011589" indent="0">
              <a:buNone/>
              <a:defRPr sz="1173" b="1"/>
            </a:lvl7pPr>
            <a:lvl8pPr marL="2346853" indent="0">
              <a:buNone/>
              <a:defRPr sz="1173" b="1"/>
            </a:lvl8pPr>
            <a:lvl9pPr marL="2682118" indent="0">
              <a:buNone/>
              <a:defRPr sz="1173" b="1"/>
            </a:lvl9pPr>
          </a:lstStyle>
          <a:p>
            <a:pPr lvl="0"/>
            <a:r>
              <a:rPr lang="es-ES"/>
              <a:t>Haga clic para modificar los estilos de texto del patrón</a:t>
            </a:r>
          </a:p>
        </p:txBody>
      </p:sp>
      <p:sp>
        <p:nvSpPr>
          <p:cNvPr id="6" name="Content Placeholder 5"/>
          <p:cNvSpPr>
            <a:spLocks noGrp="1"/>
          </p:cNvSpPr>
          <p:nvPr>
            <p:ph sz="quarter" idx="4"/>
          </p:nvPr>
        </p:nvSpPr>
        <p:spPr>
          <a:xfrm>
            <a:off x="3934778" y="1837055"/>
            <a:ext cx="3304282" cy="270203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DC11AC-8130-4C09-9F2C-E6297DD80970}" type="datetimeFigureOut">
              <a:rPr lang="es-MX" smtClean="0"/>
              <a:t>14/07/2026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857328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5DC11AC-8130-4C09-9F2C-E6297DD80970}" type="datetimeFigureOut">
              <a:rPr lang="es-MX" smtClean="0"/>
              <a:t>14/07/2026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2517515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DC11AC-8130-4C09-9F2C-E6297DD80970}" type="datetimeFigureOut">
              <a:rPr lang="es-MX" smtClean="0"/>
              <a:t>14/07/2026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766208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35365" y="335280"/>
            <a:ext cx="2506801" cy="1173480"/>
          </a:xfrm>
        </p:spPr>
        <p:txBody>
          <a:bodyPr anchor="b"/>
          <a:lstStyle>
            <a:lvl1pPr>
              <a:defRPr sz="2347"/>
            </a:lvl1pPr>
          </a:lstStyle>
          <a:p>
            <a:r>
              <a:rPr lang="es-ES"/>
              <a:t>Haga clic para modificar el estilo de título del patrón</a:t>
            </a:r>
            <a:endParaRPr lang="en-US" dirty="0"/>
          </a:p>
        </p:txBody>
      </p:sp>
      <p:sp>
        <p:nvSpPr>
          <p:cNvPr id="3" name="Content Placeholder 2"/>
          <p:cNvSpPr>
            <a:spLocks noGrp="1"/>
          </p:cNvSpPr>
          <p:nvPr>
            <p:ph idx="1"/>
          </p:nvPr>
        </p:nvSpPr>
        <p:spPr>
          <a:xfrm>
            <a:off x="3304282" y="724113"/>
            <a:ext cx="3934778" cy="3573992"/>
          </a:xfrm>
        </p:spPr>
        <p:txBody>
          <a:bodyPr/>
          <a:lstStyle>
            <a:lvl1pPr>
              <a:defRPr sz="2347"/>
            </a:lvl1pPr>
            <a:lvl2pPr>
              <a:defRPr sz="2053"/>
            </a:lvl2pPr>
            <a:lvl3pPr>
              <a:defRPr sz="1760"/>
            </a:lvl3pPr>
            <a:lvl4pPr>
              <a:defRPr sz="1467"/>
            </a:lvl4pPr>
            <a:lvl5pPr>
              <a:defRPr sz="1467"/>
            </a:lvl5pPr>
            <a:lvl6pPr>
              <a:defRPr sz="1467"/>
            </a:lvl6pPr>
            <a:lvl7pPr>
              <a:defRPr sz="1467"/>
            </a:lvl7pPr>
            <a:lvl8pPr>
              <a:defRPr sz="1467"/>
            </a:lvl8pPr>
            <a:lvl9pPr>
              <a:defRPr sz="146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35365" y="1508760"/>
            <a:ext cx="2506801" cy="2795165"/>
          </a:xfrm>
        </p:spPr>
        <p:txBody>
          <a:bodyPr/>
          <a:lstStyle>
            <a:lvl1pPr marL="0" indent="0">
              <a:buNone/>
              <a:defRPr sz="1173"/>
            </a:lvl1pPr>
            <a:lvl2pPr marL="335265" indent="0">
              <a:buNone/>
              <a:defRPr sz="1027"/>
            </a:lvl2pPr>
            <a:lvl3pPr marL="670530" indent="0">
              <a:buNone/>
              <a:defRPr sz="880"/>
            </a:lvl3pPr>
            <a:lvl4pPr marL="1005794" indent="0">
              <a:buNone/>
              <a:defRPr sz="733"/>
            </a:lvl4pPr>
            <a:lvl5pPr marL="1341059" indent="0">
              <a:buNone/>
              <a:defRPr sz="733"/>
            </a:lvl5pPr>
            <a:lvl6pPr marL="1676324" indent="0">
              <a:buNone/>
              <a:defRPr sz="733"/>
            </a:lvl6pPr>
            <a:lvl7pPr marL="2011589" indent="0">
              <a:buNone/>
              <a:defRPr sz="733"/>
            </a:lvl7pPr>
            <a:lvl8pPr marL="2346853" indent="0">
              <a:buNone/>
              <a:defRPr sz="733"/>
            </a:lvl8pPr>
            <a:lvl9pPr marL="2682118" indent="0">
              <a:buNone/>
              <a:defRPr sz="73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2481361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35365" y="335280"/>
            <a:ext cx="2506801" cy="1173480"/>
          </a:xfrm>
        </p:spPr>
        <p:txBody>
          <a:bodyPr anchor="b"/>
          <a:lstStyle>
            <a:lvl1pPr>
              <a:defRPr sz="234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304282" y="724113"/>
            <a:ext cx="3934778" cy="3573992"/>
          </a:xfrm>
        </p:spPr>
        <p:txBody>
          <a:bodyPr anchor="t"/>
          <a:lstStyle>
            <a:lvl1pPr marL="0" indent="0">
              <a:buNone/>
              <a:defRPr sz="2347"/>
            </a:lvl1pPr>
            <a:lvl2pPr marL="335265" indent="0">
              <a:buNone/>
              <a:defRPr sz="2053"/>
            </a:lvl2pPr>
            <a:lvl3pPr marL="670530" indent="0">
              <a:buNone/>
              <a:defRPr sz="1760"/>
            </a:lvl3pPr>
            <a:lvl4pPr marL="1005794" indent="0">
              <a:buNone/>
              <a:defRPr sz="1467"/>
            </a:lvl4pPr>
            <a:lvl5pPr marL="1341059" indent="0">
              <a:buNone/>
              <a:defRPr sz="1467"/>
            </a:lvl5pPr>
            <a:lvl6pPr marL="1676324" indent="0">
              <a:buNone/>
              <a:defRPr sz="1467"/>
            </a:lvl6pPr>
            <a:lvl7pPr marL="2011589" indent="0">
              <a:buNone/>
              <a:defRPr sz="1467"/>
            </a:lvl7pPr>
            <a:lvl8pPr marL="2346853" indent="0">
              <a:buNone/>
              <a:defRPr sz="1467"/>
            </a:lvl8pPr>
            <a:lvl9pPr marL="2682118" indent="0">
              <a:buNone/>
              <a:defRPr sz="146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35365" y="1508760"/>
            <a:ext cx="2506801" cy="2795165"/>
          </a:xfrm>
        </p:spPr>
        <p:txBody>
          <a:bodyPr/>
          <a:lstStyle>
            <a:lvl1pPr marL="0" indent="0">
              <a:buNone/>
              <a:defRPr sz="1173"/>
            </a:lvl1pPr>
            <a:lvl2pPr marL="335265" indent="0">
              <a:buNone/>
              <a:defRPr sz="1027"/>
            </a:lvl2pPr>
            <a:lvl3pPr marL="670530" indent="0">
              <a:buNone/>
              <a:defRPr sz="880"/>
            </a:lvl3pPr>
            <a:lvl4pPr marL="1005794" indent="0">
              <a:buNone/>
              <a:defRPr sz="733"/>
            </a:lvl4pPr>
            <a:lvl5pPr marL="1341059" indent="0">
              <a:buNone/>
              <a:defRPr sz="733"/>
            </a:lvl5pPr>
            <a:lvl6pPr marL="1676324" indent="0">
              <a:buNone/>
              <a:defRPr sz="733"/>
            </a:lvl6pPr>
            <a:lvl7pPr marL="2011589" indent="0">
              <a:buNone/>
              <a:defRPr sz="733"/>
            </a:lvl7pPr>
            <a:lvl8pPr marL="2346853" indent="0">
              <a:buNone/>
              <a:defRPr sz="733"/>
            </a:lvl8pPr>
            <a:lvl9pPr marL="2682118" indent="0">
              <a:buNone/>
              <a:defRPr sz="73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180471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160545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267758"/>
            <a:ext cx="1675924" cy="426201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534353" y="267758"/>
            <a:ext cx="4930616" cy="426201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20798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82930" y="823067"/>
            <a:ext cx="6606540" cy="1750907"/>
          </a:xfrm>
        </p:spPr>
        <p:txBody>
          <a:bodyPr anchor="b"/>
          <a:lstStyle>
            <a:lvl1pPr algn="ctr">
              <a:defRPr sz="3796"/>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971550" y="2641496"/>
            <a:ext cx="5829300" cy="1214225"/>
          </a:xfrm>
        </p:spPr>
        <p:txBody>
          <a:bodyPr/>
          <a:lstStyle>
            <a:lvl1pPr marL="0" indent="0" algn="ctr">
              <a:buNone/>
              <a:defRPr sz="1519"/>
            </a:lvl1pPr>
            <a:lvl2pPr marL="289242" indent="0" algn="ctr">
              <a:buNone/>
              <a:defRPr sz="1266"/>
            </a:lvl2pPr>
            <a:lvl3pPr marL="578485" indent="0" algn="ctr">
              <a:buNone/>
              <a:defRPr sz="1139"/>
            </a:lvl3pPr>
            <a:lvl4pPr marL="867726" indent="0" algn="ctr">
              <a:buNone/>
              <a:defRPr sz="1012"/>
            </a:lvl4pPr>
            <a:lvl5pPr marL="1156968" indent="0" algn="ctr">
              <a:buNone/>
              <a:defRPr sz="1012"/>
            </a:lvl5pPr>
            <a:lvl6pPr marL="1446211" indent="0" algn="ctr">
              <a:buNone/>
              <a:defRPr sz="1012"/>
            </a:lvl6pPr>
            <a:lvl7pPr marL="1735453" indent="0" algn="ctr">
              <a:buNone/>
              <a:defRPr sz="1012"/>
            </a:lvl7pPr>
            <a:lvl8pPr marL="2024695" indent="0" algn="ctr">
              <a:buNone/>
              <a:defRPr sz="1012"/>
            </a:lvl8pPr>
            <a:lvl9pPr marL="2313937" indent="0" algn="ctr">
              <a:buNone/>
              <a:defRPr sz="1012"/>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474837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027945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30306" y="1253810"/>
            <a:ext cx="6703695" cy="2092007"/>
          </a:xfrm>
        </p:spPr>
        <p:txBody>
          <a:bodyPr anchor="b"/>
          <a:lstStyle>
            <a:lvl1pPr>
              <a:defRPr sz="3796"/>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30306" y="3365608"/>
            <a:ext cx="6703695" cy="1100137"/>
          </a:xfrm>
        </p:spPr>
        <p:txBody>
          <a:bodyPr/>
          <a:lstStyle>
            <a:lvl1pPr marL="0" indent="0">
              <a:buNone/>
              <a:defRPr sz="1519">
                <a:solidFill>
                  <a:schemeClr val="tx1"/>
                </a:solidFill>
              </a:defRPr>
            </a:lvl1pPr>
            <a:lvl2pPr marL="289242" indent="0">
              <a:buNone/>
              <a:defRPr sz="1266">
                <a:solidFill>
                  <a:schemeClr val="tx1">
                    <a:tint val="75000"/>
                  </a:schemeClr>
                </a:solidFill>
              </a:defRPr>
            </a:lvl2pPr>
            <a:lvl3pPr marL="578485" indent="0">
              <a:buNone/>
              <a:defRPr sz="1139">
                <a:solidFill>
                  <a:schemeClr val="tx1">
                    <a:tint val="75000"/>
                  </a:schemeClr>
                </a:solidFill>
              </a:defRPr>
            </a:lvl3pPr>
            <a:lvl4pPr marL="867726" indent="0">
              <a:buNone/>
              <a:defRPr sz="1012">
                <a:solidFill>
                  <a:schemeClr val="tx1">
                    <a:tint val="75000"/>
                  </a:schemeClr>
                </a:solidFill>
              </a:defRPr>
            </a:lvl4pPr>
            <a:lvl5pPr marL="1156968" indent="0">
              <a:buNone/>
              <a:defRPr sz="1012">
                <a:solidFill>
                  <a:schemeClr val="tx1">
                    <a:tint val="75000"/>
                  </a:schemeClr>
                </a:solidFill>
              </a:defRPr>
            </a:lvl5pPr>
            <a:lvl6pPr marL="1446211" indent="0">
              <a:buNone/>
              <a:defRPr sz="1012">
                <a:solidFill>
                  <a:schemeClr val="tx1">
                    <a:tint val="75000"/>
                  </a:schemeClr>
                </a:solidFill>
              </a:defRPr>
            </a:lvl6pPr>
            <a:lvl7pPr marL="1735453" indent="0">
              <a:buNone/>
              <a:defRPr sz="1012">
                <a:solidFill>
                  <a:schemeClr val="tx1">
                    <a:tint val="75000"/>
                  </a:schemeClr>
                </a:solidFill>
              </a:defRPr>
            </a:lvl7pPr>
            <a:lvl8pPr marL="2024695" indent="0">
              <a:buNone/>
              <a:defRPr sz="1012">
                <a:solidFill>
                  <a:schemeClr val="tx1">
                    <a:tint val="75000"/>
                  </a:schemeClr>
                </a:solidFill>
              </a:defRPr>
            </a:lvl8pPr>
            <a:lvl9pPr marL="2313937" indent="0">
              <a:buNone/>
              <a:defRPr sz="1012">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2027079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34353" y="1338792"/>
            <a:ext cx="3303270" cy="31909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934778" y="1338792"/>
            <a:ext cx="3303270" cy="31909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475445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535366" y="267759"/>
            <a:ext cx="6703695" cy="97208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35367" y="1232853"/>
            <a:ext cx="3288089" cy="604202"/>
          </a:xfrm>
        </p:spPr>
        <p:txBody>
          <a:bodyPr anchor="b"/>
          <a:lstStyle>
            <a:lvl1pPr marL="0" indent="0">
              <a:buNone/>
              <a:defRPr sz="1519" b="1"/>
            </a:lvl1pPr>
            <a:lvl2pPr marL="289242" indent="0">
              <a:buNone/>
              <a:defRPr sz="1266" b="1"/>
            </a:lvl2pPr>
            <a:lvl3pPr marL="578485" indent="0">
              <a:buNone/>
              <a:defRPr sz="1139" b="1"/>
            </a:lvl3pPr>
            <a:lvl4pPr marL="867726" indent="0">
              <a:buNone/>
              <a:defRPr sz="1012" b="1"/>
            </a:lvl4pPr>
            <a:lvl5pPr marL="1156968" indent="0">
              <a:buNone/>
              <a:defRPr sz="1012" b="1"/>
            </a:lvl5pPr>
            <a:lvl6pPr marL="1446211" indent="0">
              <a:buNone/>
              <a:defRPr sz="1012" b="1"/>
            </a:lvl6pPr>
            <a:lvl7pPr marL="1735453" indent="0">
              <a:buNone/>
              <a:defRPr sz="1012" b="1"/>
            </a:lvl7pPr>
            <a:lvl8pPr marL="2024695" indent="0">
              <a:buNone/>
              <a:defRPr sz="1012" b="1"/>
            </a:lvl8pPr>
            <a:lvl9pPr marL="2313937" indent="0">
              <a:buNone/>
              <a:defRPr sz="1012" b="1"/>
            </a:lvl9pPr>
          </a:lstStyle>
          <a:p>
            <a:pPr lvl="0"/>
            <a:r>
              <a:rPr lang="es-ES"/>
              <a:t>Haga clic para modificar los estilos de texto del patrón</a:t>
            </a:r>
          </a:p>
        </p:txBody>
      </p:sp>
      <p:sp>
        <p:nvSpPr>
          <p:cNvPr id="4" name="Content Placeholder 3"/>
          <p:cNvSpPr>
            <a:spLocks noGrp="1"/>
          </p:cNvSpPr>
          <p:nvPr>
            <p:ph sz="half" idx="2"/>
          </p:nvPr>
        </p:nvSpPr>
        <p:spPr>
          <a:xfrm>
            <a:off x="535367" y="1837056"/>
            <a:ext cx="3288089" cy="270203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934778" y="1232853"/>
            <a:ext cx="3304282" cy="604202"/>
          </a:xfrm>
        </p:spPr>
        <p:txBody>
          <a:bodyPr anchor="b"/>
          <a:lstStyle>
            <a:lvl1pPr marL="0" indent="0">
              <a:buNone/>
              <a:defRPr sz="1519" b="1"/>
            </a:lvl1pPr>
            <a:lvl2pPr marL="289242" indent="0">
              <a:buNone/>
              <a:defRPr sz="1266" b="1"/>
            </a:lvl2pPr>
            <a:lvl3pPr marL="578485" indent="0">
              <a:buNone/>
              <a:defRPr sz="1139" b="1"/>
            </a:lvl3pPr>
            <a:lvl4pPr marL="867726" indent="0">
              <a:buNone/>
              <a:defRPr sz="1012" b="1"/>
            </a:lvl4pPr>
            <a:lvl5pPr marL="1156968" indent="0">
              <a:buNone/>
              <a:defRPr sz="1012" b="1"/>
            </a:lvl5pPr>
            <a:lvl6pPr marL="1446211" indent="0">
              <a:buNone/>
              <a:defRPr sz="1012" b="1"/>
            </a:lvl6pPr>
            <a:lvl7pPr marL="1735453" indent="0">
              <a:buNone/>
              <a:defRPr sz="1012" b="1"/>
            </a:lvl7pPr>
            <a:lvl8pPr marL="2024695" indent="0">
              <a:buNone/>
              <a:defRPr sz="1012" b="1"/>
            </a:lvl8pPr>
            <a:lvl9pPr marL="2313937" indent="0">
              <a:buNone/>
              <a:defRPr sz="1012" b="1"/>
            </a:lvl9pPr>
          </a:lstStyle>
          <a:p>
            <a:pPr lvl="0"/>
            <a:r>
              <a:rPr lang="es-ES"/>
              <a:t>Haga clic para modificar los estilos de texto del patrón</a:t>
            </a:r>
          </a:p>
        </p:txBody>
      </p:sp>
      <p:sp>
        <p:nvSpPr>
          <p:cNvPr id="6" name="Content Placeholder 5"/>
          <p:cNvSpPr>
            <a:spLocks noGrp="1"/>
          </p:cNvSpPr>
          <p:nvPr>
            <p:ph sz="quarter" idx="4"/>
          </p:nvPr>
        </p:nvSpPr>
        <p:spPr>
          <a:xfrm>
            <a:off x="3934778" y="1837056"/>
            <a:ext cx="3304282" cy="270203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DC11AC-8130-4C09-9F2C-E6297DD80970}" type="datetimeFigureOut">
              <a:rPr lang="es-MX" smtClean="0"/>
              <a:t>14/07/2026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395773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5DC11AC-8130-4C09-9F2C-E6297DD80970}" type="datetimeFigureOut">
              <a:rPr lang="es-MX" smtClean="0"/>
              <a:t>14/07/2026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821793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DC11AC-8130-4C09-9F2C-E6297DD80970}" type="datetimeFigureOut">
              <a:rPr lang="es-MX" smtClean="0"/>
              <a:t>14/07/2026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4262407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35366" y="335280"/>
            <a:ext cx="2506801" cy="1173480"/>
          </a:xfrm>
        </p:spPr>
        <p:txBody>
          <a:bodyPr anchor="b"/>
          <a:lstStyle>
            <a:lvl1pPr>
              <a:defRPr sz="2025"/>
            </a:lvl1pPr>
          </a:lstStyle>
          <a:p>
            <a:r>
              <a:rPr lang="es-ES"/>
              <a:t>Haga clic para modificar el estilo de título del patrón</a:t>
            </a:r>
            <a:endParaRPr lang="en-US" dirty="0"/>
          </a:p>
        </p:txBody>
      </p:sp>
      <p:sp>
        <p:nvSpPr>
          <p:cNvPr id="3" name="Content Placeholder 2"/>
          <p:cNvSpPr>
            <a:spLocks noGrp="1"/>
          </p:cNvSpPr>
          <p:nvPr>
            <p:ph idx="1"/>
          </p:nvPr>
        </p:nvSpPr>
        <p:spPr>
          <a:xfrm>
            <a:off x="3304282" y="724113"/>
            <a:ext cx="3934778" cy="3573992"/>
          </a:xfrm>
        </p:spPr>
        <p:txBody>
          <a:bodyPr/>
          <a:lstStyle>
            <a:lvl1pPr>
              <a:defRPr sz="2025"/>
            </a:lvl1pPr>
            <a:lvl2pPr>
              <a:defRPr sz="1771"/>
            </a:lvl2pPr>
            <a:lvl3pPr>
              <a:defRPr sz="1519"/>
            </a:lvl3pPr>
            <a:lvl4pPr>
              <a:defRPr sz="1266"/>
            </a:lvl4pPr>
            <a:lvl5pPr>
              <a:defRPr sz="1266"/>
            </a:lvl5pPr>
            <a:lvl6pPr>
              <a:defRPr sz="1266"/>
            </a:lvl6pPr>
            <a:lvl7pPr>
              <a:defRPr sz="1266"/>
            </a:lvl7pPr>
            <a:lvl8pPr>
              <a:defRPr sz="1266"/>
            </a:lvl8pPr>
            <a:lvl9pPr>
              <a:defRPr sz="1266"/>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35366" y="1508761"/>
            <a:ext cx="2506801" cy="2795165"/>
          </a:xfrm>
        </p:spPr>
        <p:txBody>
          <a:bodyPr/>
          <a:lstStyle>
            <a:lvl1pPr marL="0" indent="0">
              <a:buNone/>
              <a:defRPr sz="1012"/>
            </a:lvl1pPr>
            <a:lvl2pPr marL="289242" indent="0">
              <a:buNone/>
              <a:defRPr sz="886"/>
            </a:lvl2pPr>
            <a:lvl3pPr marL="578485" indent="0">
              <a:buNone/>
              <a:defRPr sz="759"/>
            </a:lvl3pPr>
            <a:lvl4pPr marL="867726" indent="0">
              <a:buNone/>
              <a:defRPr sz="632"/>
            </a:lvl4pPr>
            <a:lvl5pPr marL="1156968" indent="0">
              <a:buNone/>
              <a:defRPr sz="632"/>
            </a:lvl5pPr>
            <a:lvl6pPr marL="1446211" indent="0">
              <a:buNone/>
              <a:defRPr sz="632"/>
            </a:lvl6pPr>
            <a:lvl7pPr marL="1735453" indent="0">
              <a:buNone/>
              <a:defRPr sz="632"/>
            </a:lvl7pPr>
            <a:lvl8pPr marL="2024695" indent="0">
              <a:buNone/>
              <a:defRPr sz="632"/>
            </a:lvl8pPr>
            <a:lvl9pPr marL="2313937" indent="0">
              <a:buNone/>
              <a:defRPr sz="63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314816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35366" y="335280"/>
            <a:ext cx="2506801" cy="1173480"/>
          </a:xfrm>
        </p:spPr>
        <p:txBody>
          <a:bodyPr anchor="b"/>
          <a:lstStyle>
            <a:lvl1pPr>
              <a:defRPr sz="2025"/>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304282" y="724113"/>
            <a:ext cx="3934778" cy="3573992"/>
          </a:xfrm>
        </p:spPr>
        <p:txBody>
          <a:bodyPr anchor="t"/>
          <a:lstStyle>
            <a:lvl1pPr marL="0" indent="0">
              <a:buNone/>
              <a:defRPr sz="2025"/>
            </a:lvl1pPr>
            <a:lvl2pPr marL="289242" indent="0">
              <a:buNone/>
              <a:defRPr sz="1771"/>
            </a:lvl2pPr>
            <a:lvl3pPr marL="578485" indent="0">
              <a:buNone/>
              <a:defRPr sz="1519"/>
            </a:lvl3pPr>
            <a:lvl4pPr marL="867726" indent="0">
              <a:buNone/>
              <a:defRPr sz="1266"/>
            </a:lvl4pPr>
            <a:lvl5pPr marL="1156968" indent="0">
              <a:buNone/>
              <a:defRPr sz="1266"/>
            </a:lvl5pPr>
            <a:lvl6pPr marL="1446211" indent="0">
              <a:buNone/>
              <a:defRPr sz="1266"/>
            </a:lvl6pPr>
            <a:lvl7pPr marL="1735453" indent="0">
              <a:buNone/>
              <a:defRPr sz="1266"/>
            </a:lvl7pPr>
            <a:lvl8pPr marL="2024695" indent="0">
              <a:buNone/>
              <a:defRPr sz="1266"/>
            </a:lvl8pPr>
            <a:lvl9pPr marL="2313937" indent="0">
              <a:buNone/>
              <a:defRPr sz="1266"/>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35366" y="1508761"/>
            <a:ext cx="2506801" cy="2795165"/>
          </a:xfrm>
        </p:spPr>
        <p:txBody>
          <a:bodyPr/>
          <a:lstStyle>
            <a:lvl1pPr marL="0" indent="0">
              <a:buNone/>
              <a:defRPr sz="1012"/>
            </a:lvl1pPr>
            <a:lvl2pPr marL="289242" indent="0">
              <a:buNone/>
              <a:defRPr sz="886"/>
            </a:lvl2pPr>
            <a:lvl3pPr marL="578485" indent="0">
              <a:buNone/>
              <a:defRPr sz="759"/>
            </a:lvl3pPr>
            <a:lvl4pPr marL="867726" indent="0">
              <a:buNone/>
              <a:defRPr sz="632"/>
            </a:lvl4pPr>
            <a:lvl5pPr marL="1156968" indent="0">
              <a:buNone/>
              <a:defRPr sz="632"/>
            </a:lvl5pPr>
            <a:lvl6pPr marL="1446211" indent="0">
              <a:buNone/>
              <a:defRPr sz="632"/>
            </a:lvl6pPr>
            <a:lvl7pPr marL="1735453" indent="0">
              <a:buNone/>
              <a:defRPr sz="632"/>
            </a:lvl7pPr>
            <a:lvl8pPr marL="2024695" indent="0">
              <a:buNone/>
              <a:defRPr sz="632"/>
            </a:lvl8pPr>
            <a:lvl9pPr marL="2313937" indent="0">
              <a:buNone/>
              <a:defRPr sz="632"/>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5DC11AC-8130-4C09-9F2C-E6297DD80970}" type="datetimeFigureOut">
              <a:rPr lang="es-MX" smtClean="0"/>
              <a:t>14/07/2026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17360826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3830899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267759"/>
            <a:ext cx="1675924" cy="426201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534353" y="267759"/>
            <a:ext cx="4930616" cy="426201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DC11AC-8130-4C09-9F2C-E6297DD80970}" type="datetimeFigureOut">
              <a:rPr lang="es-MX" smtClean="0"/>
              <a:t>14/07/2026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DEB4FD5D-3659-4B6B-A7CC-AEA16F14EBCD}" type="slidenum">
              <a:rPr lang="es-MX" smtClean="0"/>
              <a:t>‹Nº›</a:t>
            </a:fld>
            <a:endParaRPr lang="es-MX"/>
          </a:p>
        </p:txBody>
      </p:sp>
    </p:spTree>
    <p:extLst>
      <p:ext uri="{BB962C8B-B14F-4D97-AF65-F5344CB8AC3E}">
        <p14:creationId xmlns:p14="http://schemas.microsoft.com/office/powerpoint/2010/main" val="617654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267759"/>
            <a:ext cx="6703695" cy="97208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34353" y="1338792"/>
            <a:ext cx="6703695" cy="31909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34353" y="4661325"/>
            <a:ext cx="1748790" cy="267758"/>
          </a:xfrm>
          <a:prstGeom prst="rect">
            <a:avLst/>
          </a:prstGeom>
        </p:spPr>
        <p:txBody>
          <a:bodyPr vert="horz" lIns="91440" tIns="45720" rIns="91440" bIns="45720" rtlCol="0" anchor="ctr"/>
          <a:lstStyle>
            <a:lvl1pPr algn="l">
              <a:defRPr sz="880">
                <a:solidFill>
                  <a:schemeClr val="tx1">
                    <a:tint val="75000"/>
                  </a:schemeClr>
                </a:solidFill>
              </a:defRPr>
            </a:lvl1pPr>
          </a:lstStyle>
          <a:p>
            <a:fld id="{55DC11AC-8130-4C09-9F2C-E6297DD80970}" type="datetimeFigureOut">
              <a:rPr lang="es-MX" smtClean="0"/>
              <a:t>14/07/2026</a:t>
            </a:fld>
            <a:endParaRPr lang="es-MX"/>
          </a:p>
        </p:txBody>
      </p:sp>
      <p:sp>
        <p:nvSpPr>
          <p:cNvPr id="5" name="Footer Placeholder 4"/>
          <p:cNvSpPr>
            <a:spLocks noGrp="1"/>
          </p:cNvSpPr>
          <p:nvPr>
            <p:ph type="ftr" sz="quarter" idx="3"/>
          </p:nvPr>
        </p:nvSpPr>
        <p:spPr>
          <a:xfrm>
            <a:off x="2574608" y="4661325"/>
            <a:ext cx="2623185" cy="267758"/>
          </a:xfrm>
          <a:prstGeom prst="rect">
            <a:avLst/>
          </a:prstGeom>
        </p:spPr>
        <p:txBody>
          <a:bodyPr vert="horz" lIns="91440" tIns="45720" rIns="91440" bIns="45720" rtlCol="0" anchor="ctr"/>
          <a:lstStyle>
            <a:lvl1pPr algn="ctr">
              <a:defRPr sz="88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5489258" y="4661325"/>
            <a:ext cx="1748790" cy="267758"/>
          </a:xfrm>
          <a:prstGeom prst="rect">
            <a:avLst/>
          </a:prstGeom>
        </p:spPr>
        <p:txBody>
          <a:bodyPr vert="horz" lIns="91440" tIns="45720" rIns="91440" bIns="45720" rtlCol="0" anchor="ctr"/>
          <a:lstStyle>
            <a:lvl1pPr algn="r">
              <a:defRPr sz="880">
                <a:solidFill>
                  <a:schemeClr val="tx1">
                    <a:tint val="75000"/>
                  </a:schemeClr>
                </a:solidFill>
              </a:defRPr>
            </a:lvl1pPr>
          </a:lstStyle>
          <a:p>
            <a:fld id="{DEB4FD5D-3659-4B6B-A7CC-AEA16F14EBCD}" type="slidenum">
              <a:rPr lang="es-MX" smtClean="0"/>
              <a:t>‹Nº›</a:t>
            </a:fld>
            <a:endParaRPr lang="es-MX"/>
          </a:p>
        </p:txBody>
      </p:sp>
    </p:spTree>
    <p:extLst>
      <p:ext uri="{BB962C8B-B14F-4D97-AF65-F5344CB8AC3E}">
        <p14:creationId xmlns:p14="http://schemas.microsoft.com/office/powerpoint/2010/main" val="15150733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70530" rtl="0" eaLnBrk="1" latinLnBrk="0" hangingPunct="1">
        <a:lnSpc>
          <a:spcPct val="90000"/>
        </a:lnSpc>
        <a:spcBef>
          <a:spcPct val="0"/>
        </a:spcBef>
        <a:buNone/>
        <a:defRPr sz="3227" kern="1200">
          <a:solidFill>
            <a:schemeClr val="tx1"/>
          </a:solidFill>
          <a:latin typeface="+mj-lt"/>
          <a:ea typeface="+mj-ea"/>
          <a:cs typeface="+mj-cs"/>
        </a:defRPr>
      </a:lvl1pPr>
    </p:titleStyle>
    <p:bodyStyle>
      <a:lvl1pPr marL="167632" indent="-167632" algn="l" defTabSz="670530" rtl="0" eaLnBrk="1" latinLnBrk="0" hangingPunct="1">
        <a:lnSpc>
          <a:spcPct val="90000"/>
        </a:lnSpc>
        <a:spcBef>
          <a:spcPts val="733"/>
        </a:spcBef>
        <a:buFont typeface="Arial" panose="020B0604020202020204" pitchFamily="34" charset="0"/>
        <a:buChar char="•"/>
        <a:defRPr sz="2053" kern="1200">
          <a:solidFill>
            <a:schemeClr val="tx1"/>
          </a:solidFill>
          <a:latin typeface="+mn-lt"/>
          <a:ea typeface="+mn-ea"/>
          <a:cs typeface="+mn-cs"/>
        </a:defRPr>
      </a:lvl1pPr>
      <a:lvl2pPr marL="502897" indent="-167632" algn="l" defTabSz="670530" rtl="0" eaLnBrk="1" latinLnBrk="0" hangingPunct="1">
        <a:lnSpc>
          <a:spcPct val="90000"/>
        </a:lnSpc>
        <a:spcBef>
          <a:spcPts val="367"/>
        </a:spcBef>
        <a:buFont typeface="Arial" panose="020B0604020202020204" pitchFamily="34" charset="0"/>
        <a:buChar char="•"/>
        <a:defRPr sz="1760" kern="1200">
          <a:solidFill>
            <a:schemeClr val="tx1"/>
          </a:solidFill>
          <a:latin typeface="+mn-lt"/>
          <a:ea typeface="+mn-ea"/>
          <a:cs typeface="+mn-cs"/>
        </a:defRPr>
      </a:lvl2pPr>
      <a:lvl3pPr marL="838162" indent="-167632" algn="l" defTabSz="670530" rtl="0" eaLnBrk="1" latinLnBrk="0" hangingPunct="1">
        <a:lnSpc>
          <a:spcPct val="90000"/>
        </a:lnSpc>
        <a:spcBef>
          <a:spcPts val="367"/>
        </a:spcBef>
        <a:buFont typeface="Arial" panose="020B0604020202020204" pitchFamily="34" charset="0"/>
        <a:buChar char="•"/>
        <a:defRPr sz="1467" kern="1200">
          <a:solidFill>
            <a:schemeClr val="tx1"/>
          </a:solidFill>
          <a:latin typeface="+mn-lt"/>
          <a:ea typeface="+mn-ea"/>
          <a:cs typeface="+mn-cs"/>
        </a:defRPr>
      </a:lvl3pPr>
      <a:lvl4pPr marL="1173427"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4pPr>
      <a:lvl5pPr marL="1508691"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5pPr>
      <a:lvl6pPr marL="1843956"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6pPr>
      <a:lvl7pPr marL="2179221"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7pPr>
      <a:lvl8pPr marL="2514486"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8pPr>
      <a:lvl9pPr marL="2849750" indent="-167632" algn="l" defTabSz="670530" rtl="0" eaLnBrk="1" latinLnBrk="0" hangingPunct="1">
        <a:lnSpc>
          <a:spcPct val="90000"/>
        </a:lnSpc>
        <a:spcBef>
          <a:spcPts val="367"/>
        </a:spcBef>
        <a:buFont typeface="Arial" panose="020B0604020202020204" pitchFamily="34" charset="0"/>
        <a:buChar char="•"/>
        <a:defRPr sz="1320" kern="1200">
          <a:solidFill>
            <a:schemeClr val="tx1"/>
          </a:solidFill>
          <a:latin typeface="+mn-lt"/>
          <a:ea typeface="+mn-ea"/>
          <a:cs typeface="+mn-cs"/>
        </a:defRPr>
      </a:lvl9pPr>
    </p:bodyStyle>
    <p:otherStyle>
      <a:defPPr>
        <a:defRPr lang="en-US"/>
      </a:defPPr>
      <a:lvl1pPr marL="0" algn="l" defTabSz="670530" rtl="0" eaLnBrk="1" latinLnBrk="0" hangingPunct="1">
        <a:defRPr sz="1320" kern="1200">
          <a:solidFill>
            <a:schemeClr val="tx1"/>
          </a:solidFill>
          <a:latin typeface="+mn-lt"/>
          <a:ea typeface="+mn-ea"/>
          <a:cs typeface="+mn-cs"/>
        </a:defRPr>
      </a:lvl1pPr>
      <a:lvl2pPr marL="335265" algn="l" defTabSz="670530" rtl="0" eaLnBrk="1" latinLnBrk="0" hangingPunct="1">
        <a:defRPr sz="1320" kern="1200">
          <a:solidFill>
            <a:schemeClr val="tx1"/>
          </a:solidFill>
          <a:latin typeface="+mn-lt"/>
          <a:ea typeface="+mn-ea"/>
          <a:cs typeface="+mn-cs"/>
        </a:defRPr>
      </a:lvl2pPr>
      <a:lvl3pPr marL="670530" algn="l" defTabSz="670530" rtl="0" eaLnBrk="1" latinLnBrk="0" hangingPunct="1">
        <a:defRPr sz="1320" kern="1200">
          <a:solidFill>
            <a:schemeClr val="tx1"/>
          </a:solidFill>
          <a:latin typeface="+mn-lt"/>
          <a:ea typeface="+mn-ea"/>
          <a:cs typeface="+mn-cs"/>
        </a:defRPr>
      </a:lvl3pPr>
      <a:lvl4pPr marL="1005794" algn="l" defTabSz="670530" rtl="0" eaLnBrk="1" latinLnBrk="0" hangingPunct="1">
        <a:defRPr sz="1320" kern="1200">
          <a:solidFill>
            <a:schemeClr val="tx1"/>
          </a:solidFill>
          <a:latin typeface="+mn-lt"/>
          <a:ea typeface="+mn-ea"/>
          <a:cs typeface="+mn-cs"/>
        </a:defRPr>
      </a:lvl4pPr>
      <a:lvl5pPr marL="1341059" algn="l" defTabSz="670530" rtl="0" eaLnBrk="1" latinLnBrk="0" hangingPunct="1">
        <a:defRPr sz="1320" kern="1200">
          <a:solidFill>
            <a:schemeClr val="tx1"/>
          </a:solidFill>
          <a:latin typeface="+mn-lt"/>
          <a:ea typeface="+mn-ea"/>
          <a:cs typeface="+mn-cs"/>
        </a:defRPr>
      </a:lvl5pPr>
      <a:lvl6pPr marL="1676324" algn="l" defTabSz="670530" rtl="0" eaLnBrk="1" latinLnBrk="0" hangingPunct="1">
        <a:defRPr sz="1320" kern="1200">
          <a:solidFill>
            <a:schemeClr val="tx1"/>
          </a:solidFill>
          <a:latin typeface="+mn-lt"/>
          <a:ea typeface="+mn-ea"/>
          <a:cs typeface="+mn-cs"/>
        </a:defRPr>
      </a:lvl6pPr>
      <a:lvl7pPr marL="2011589" algn="l" defTabSz="670530" rtl="0" eaLnBrk="1" latinLnBrk="0" hangingPunct="1">
        <a:defRPr sz="1320" kern="1200">
          <a:solidFill>
            <a:schemeClr val="tx1"/>
          </a:solidFill>
          <a:latin typeface="+mn-lt"/>
          <a:ea typeface="+mn-ea"/>
          <a:cs typeface="+mn-cs"/>
        </a:defRPr>
      </a:lvl7pPr>
      <a:lvl8pPr marL="2346853" algn="l" defTabSz="670530" rtl="0" eaLnBrk="1" latinLnBrk="0" hangingPunct="1">
        <a:defRPr sz="1320" kern="1200">
          <a:solidFill>
            <a:schemeClr val="tx1"/>
          </a:solidFill>
          <a:latin typeface="+mn-lt"/>
          <a:ea typeface="+mn-ea"/>
          <a:cs typeface="+mn-cs"/>
        </a:defRPr>
      </a:lvl8pPr>
      <a:lvl9pPr marL="2682118" algn="l" defTabSz="670530" rtl="0" eaLnBrk="1" latinLnBrk="0" hangingPunct="1">
        <a:defRPr sz="132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267759"/>
            <a:ext cx="6703695" cy="97208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34353" y="1338792"/>
            <a:ext cx="6703695" cy="31909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34353" y="4661325"/>
            <a:ext cx="1748790" cy="267758"/>
          </a:xfrm>
          <a:prstGeom prst="rect">
            <a:avLst/>
          </a:prstGeom>
        </p:spPr>
        <p:txBody>
          <a:bodyPr vert="horz" lIns="91440" tIns="45720" rIns="91440" bIns="45720" rtlCol="0" anchor="ctr"/>
          <a:lstStyle>
            <a:lvl1pPr algn="l">
              <a:defRPr sz="759">
                <a:solidFill>
                  <a:schemeClr val="tx1">
                    <a:tint val="75000"/>
                  </a:schemeClr>
                </a:solidFill>
              </a:defRPr>
            </a:lvl1pPr>
          </a:lstStyle>
          <a:p>
            <a:fld id="{55DC11AC-8130-4C09-9F2C-E6297DD80970}" type="datetimeFigureOut">
              <a:rPr lang="es-MX" smtClean="0"/>
              <a:t>14/07/2026</a:t>
            </a:fld>
            <a:endParaRPr lang="es-MX"/>
          </a:p>
        </p:txBody>
      </p:sp>
      <p:sp>
        <p:nvSpPr>
          <p:cNvPr id="5" name="Footer Placeholder 4"/>
          <p:cNvSpPr>
            <a:spLocks noGrp="1"/>
          </p:cNvSpPr>
          <p:nvPr>
            <p:ph type="ftr" sz="quarter" idx="3"/>
          </p:nvPr>
        </p:nvSpPr>
        <p:spPr>
          <a:xfrm>
            <a:off x="2574608" y="4661325"/>
            <a:ext cx="2623185" cy="267758"/>
          </a:xfrm>
          <a:prstGeom prst="rect">
            <a:avLst/>
          </a:prstGeom>
        </p:spPr>
        <p:txBody>
          <a:bodyPr vert="horz" lIns="91440" tIns="45720" rIns="91440" bIns="45720" rtlCol="0" anchor="ctr"/>
          <a:lstStyle>
            <a:lvl1pPr algn="ctr">
              <a:defRPr sz="759">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5489258" y="4661325"/>
            <a:ext cx="1748790" cy="267758"/>
          </a:xfrm>
          <a:prstGeom prst="rect">
            <a:avLst/>
          </a:prstGeom>
        </p:spPr>
        <p:txBody>
          <a:bodyPr vert="horz" lIns="91440" tIns="45720" rIns="91440" bIns="45720" rtlCol="0" anchor="ctr"/>
          <a:lstStyle>
            <a:lvl1pPr algn="r">
              <a:defRPr sz="759">
                <a:solidFill>
                  <a:schemeClr val="tx1">
                    <a:tint val="75000"/>
                  </a:schemeClr>
                </a:solidFill>
              </a:defRPr>
            </a:lvl1pPr>
          </a:lstStyle>
          <a:p>
            <a:fld id="{DEB4FD5D-3659-4B6B-A7CC-AEA16F14EBCD}" type="slidenum">
              <a:rPr lang="es-MX" smtClean="0"/>
              <a:t>‹Nº›</a:t>
            </a:fld>
            <a:endParaRPr lang="es-MX"/>
          </a:p>
        </p:txBody>
      </p:sp>
    </p:spTree>
    <p:extLst>
      <p:ext uri="{BB962C8B-B14F-4D97-AF65-F5344CB8AC3E}">
        <p14:creationId xmlns:p14="http://schemas.microsoft.com/office/powerpoint/2010/main" val="20374060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578485" rtl="0" eaLnBrk="1" latinLnBrk="0" hangingPunct="1">
        <a:lnSpc>
          <a:spcPct val="90000"/>
        </a:lnSpc>
        <a:spcBef>
          <a:spcPct val="0"/>
        </a:spcBef>
        <a:buNone/>
        <a:defRPr sz="2784" kern="1200">
          <a:solidFill>
            <a:schemeClr val="tx1"/>
          </a:solidFill>
          <a:latin typeface="+mj-lt"/>
          <a:ea typeface="+mj-ea"/>
          <a:cs typeface="+mj-cs"/>
        </a:defRPr>
      </a:lvl1pPr>
    </p:titleStyle>
    <p:bodyStyle>
      <a:lvl1pPr marL="144621" indent="-144621" algn="l" defTabSz="578485" rtl="0" eaLnBrk="1" latinLnBrk="0" hangingPunct="1">
        <a:lnSpc>
          <a:spcPct val="90000"/>
        </a:lnSpc>
        <a:spcBef>
          <a:spcPts val="632"/>
        </a:spcBef>
        <a:buFont typeface="Arial" panose="020B0604020202020204" pitchFamily="34" charset="0"/>
        <a:buChar char="•"/>
        <a:defRPr sz="1771" kern="1200">
          <a:solidFill>
            <a:schemeClr val="tx1"/>
          </a:solidFill>
          <a:latin typeface="+mn-lt"/>
          <a:ea typeface="+mn-ea"/>
          <a:cs typeface="+mn-cs"/>
        </a:defRPr>
      </a:lvl1pPr>
      <a:lvl2pPr marL="433863" indent="-144621" algn="l" defTabSz="578485" rtl="0" eaLnBrk="1" latinLnBrk="0" hangingPunct="1">
        <a:lnSpc>
          <a:spcPct val="90000"/>
        </a:lnSpc>
        <a:spcBef>
          <a:spcPts val="317"/>
        </a:spcBef>
        <a:buFont typeface="Arial" panose="020B0604020202020204" pitchFamily="34" charset="0"/>
        <a:buChar char="•"/>
        <a:defRPr sz="1519" kern="1200">
          <a:solidFill>
            <a:schemeClr val="tx1"/>
          </a:solidFill>
          <a:latin typeface="+mn-lt"/>
          <a:ea typeface="+mn-ea"/>
          <a:cs typeface="+mn-cs"/>
        </a:defRPr>
      </a:lvl2pPr>
      <a:lvl3pPr marL="723106" indent="-144621" algn="l" defTabSz="578485" rtl="0" eaLnBrk="1" latinLnBrk="0" hangingPunct="1">
        <a:lnSpc>
          <a:spcPct val="90000"/>
        </a:lnSpc>
        <a:spcBef>
          <a:spcPts val="317"/>
        </a:spcBef>
        <a:buFont typeface="Arial" panose="020B0604020202020204" pitchFamily="34" charset="0"/>
        <a:buChar char="•"/>
        <a:defRPr sz="1266" kern="1200">
          <a:solidFill>
            <a:schemeClr val="tx1"/>
          </a:solidFill>
          <a:latin typeface="+mn-lt"/>
          <a:ea typeface="+mn-ea"/>
          <a:cs typeface="+mn-cs"/>
        </a:defRPr>
      </a:lvl3pPr>
      <a:lvl4pPr marL="1012348"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4pPr>
      <a:lvl5pPr marL="1301589"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5pPr>
      <a:lvl6pPr marL="1590831"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6pPr>
      <a:lvl7pPr marL="1880074"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7pPr>
      <a:lvl8pPr marL="2169316"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8pPr>
      <a:lvl9pPr marL="2458558" indent="-144621" algn="l" defTabSz="578485" rtl="0" eaLnBrk="1" latinLnBrk="0" hangingPunct="1">
        <a:lnSpc>
          <a:spcPct val="90000"/>
        </a:lnSpc>
        <a:spcBef>
          <a:spcPts val="317"/>
        </a:spcBef>
        <a:buFont typeface="Arial" panose="020B0604020202020204" pitchFamily="34" charset="0"/>
        <a:buChar char="•"/>
        <a:defRPr sz="1139" kern="1200">
          <a:solidFill>
            <a:schemeClr val="tx1"/>
          </a:solidFill>
          <a:latin typeface="+mn-lt"/>
          <a:ea typeface="+mn-ea"/>
          <a:cs typeface="+mn-cs"/>
        </a:defRPr>
      </a:lvl9pPr>
    </p:bodyStyle>
    <p:otherStyle>
      <a:defPPr>
        <a:defRPr lang="en-US"/>
      </a:defPPr>
      <a:lvl1pPr marL="0" algn="l" defTabSz="578485" rtl="0" eaLnBrk="1" latinLnBrk="0" hangingPunct="1">
        <a:defRPr sz="1139" kern="1200">
          <a:solidFill>
            <a:schemeClr val="tx1"/>
          </a:solidFill>
          <a:latin typeface="+mn-lt"/>
          <a:ea typeface="+mn-ea"/>
          <a:cs typeface="+mn-cs"/>
        </a:defRPr>
      </a:lvl1pPr>
      <a:lvl2pPr marL="289242" algn="l" defTabSz="578485" rtl="0" eaLnBrk="1" latinLnBrk="0" hangingPunct="1">
        <a:defRPr sz="1139" kern="1200">
          <a:solidFill>
            <a:schemeClr val="tx1"/>
          </a:solidFill>
          <a:latin typeface="+mn-lt"/>
          <a:ea typeface="+mn-ea"/>
          <a:cs typeface="+mn-cs"/>
        </a:defRPr>
      </a:lvl2pPr>
      <a:lvl3pPr marL="578485" algn="l" defTabSz="578485" rtl="0" eaLnBrk="1" latinLnBrk="0" hangingPunct="1">
        <a:defRPr sz="1139" kern="1200">
          <a:solidFill>
            <a:schemeClr val="tx1"/>
          </a:solidFill>
          <a:latin typeface="+mn-lt"/>
          <a:ea typeface="+mn-ea"/>
          <a:cs typeface="+mn-cs"/>
        </a:defRPr>
      </a:lvl3pPr>
      <a:lvl4pPr marL="867726" algn="l" defTabSz="578485" rtl="0" eaLnBrk="1" latinLnBrk="0" hangingPunct="1">
        <a:defRPr sz="1139" kern="1200">
          <a:solidFill>
            <a:schemeClr val="tx1"/>
          </a:solidFill>
          <a:latin typeface="+mn-lt"/>
          <a:ea typeface="+mn-ea"/>
          <a:cs typeface="+mn-cs"/>
        </a:defRPr>
      </a:lvl4pPr>
      <a:lvl5pPr marL="1156968" algn="l" defTabSz="578485" rtl="0" eaLnBrk="1" latinLnBrk="0" hangingPunct="1">
        <a:defRPr sz="1139" kern="1200">
          <a:solidFill>
            <a:schemeClr val="tx1"/>
          </a:solidFill>
          <a:latin typeface="+mn-lt"/>
          <a:ea typeface="+mn-ea"/>
          <a:cs typeface="+mn-cs"/>
        </a:defRPr>
      </a:lvl5pPr>
      <a:lvl6pPr marL="1446211" algn="l" defTabSz="578485" rtl="0" eaLnBrk="1" latinLnBrk="0" hangingPunct="1">
        <a:defRPr sz="1139" kern="1200">
          <a:solidFill>
            <a:schemeClr val="tx1"/>
          </a:solidFill>
          <a:latin typeface="+mn-lt"/>
          <a:ea typeface="+mn-ea"/>
          <a:cs typeface="+mn-cs"/>
        </a:defRPr>
      </a:lvl6pPr>
      <a:lvl7pPr marL="1735453" algn="l" defTabSz="578485" rtl="0" eaLnBrk="1" latinLnBrk="0" hangingPunct="1">
        <a:defRPr sz="1139" kern="1200">
          <a:solidFill>
            <a:schemeClr val="tx1"/>
          </a:solidFill>
          <a:latin typeface="+mn-lt"/>
          <a:ea typeface="+mn-ea"/>
          <a:cs typeface="+mn-cs"/>
        </a:defRPr>
      </a:lvl7pPr>
      <a:lvl8pPr marL="2024695" algn="l" defTabSz="578485" rtl="0" eaLnBrk="1" latinLnBrk="0" hangingPunct="1">
        <a:defRPr sz="1139" kern="1200">
          <a:solidFill>
            <a:schemeClr val="tx1"/>
          </a:solidFill>
          <a:latin typeface="+mn-lt"/>
          <a:ea typeface="+mn-ea"/>
          <a:cs typeface="+mn-cs"/>
        </a:defRPr>
      </a:lvl8pPr>
      <a:lvl9pPr marL="2313937" algn="l" defTabSz="578485" rtl="0" eaLnBrk="1" latinLnBrk="0" hangingPunct="1">
        <a:defRPr sz="113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9AC6D-969B-5793-5F4A-E0B1BBBF834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A2EB093-8C16-02CF-15AE-FE2807B697C8}"/>
              </a:ext>
            </a:extLst>
          </p:cNvPr>
          <p:cNvSpPr txBox="1"/>
          <p:nvPr/>
        </p:nvSpPr>
        <p:spPr>
          <a:xfrm>
            <a:off x="273028" y="847092"/>
            <a:ext cx="7235999" cy="3972626"/>
          </a:xfrm>
          <a:prstGeom prst="rect">
            <a:avLst/>
          </a:prstGeom>
          <a:noFill/>
        </p:spPr>
        <p:txBody>
          <a:bodyPr wrap="square" rtlCol="0">
            <a:spAutoFit/>
          </a:bodyPr>
          <a:lstStyle/>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Definición de fechas para los procesos municipales, locales y federales.</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Definición urgente de Campeche y Quintana Roo para iniciar la alineación política y de equilibrios.</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Requisitos para renuncias o solicitudes de licencias de alcaldes y diputados.</a:t>
            </a:r>
          </a:p>
          <a:p>
            <a:pPr marL="460989" lvl="1" indent="-125724" algn="just" defTabSz="335265">
              <a:lnSpc>
                <a:spcPct val="150000"/>
              </a:lnSpc>
              <a:spcAft>
                <a:spcPts val="300"/>
              </a:spcAft>
              <a:buFont typeface="Arial" panose="020B0604020202020204" pitchFamily="34" charset="0"/>
              <a:buChar char="•"/>
              <a:defRPr/>
            </a:pPr>
            <a:r>
              <a:rPr lang="es-MX" sz="800" dirty="0">
                <a:solidFill>
                  <a:prstClr val="black"/>
                </a:solidFill>
                <a:latin typeface="Montserrat" panose="00000500000000000000" pitchFamily="2" charset="0"/>
                <a:ea typeface="Open Sans" pitchFamily="2" charset="0"/>
                <a:cs typeface="Open Sans" pitchFamily="2" charset="0"/>
              </a:rPr>
              <a:t>Ponderación de los equilibrios estatales y análisis de suplentes.</a:t>
            </a:r>
          </a:p>
          <a:p>
            <a:pPr marL="197220" indent="-197220" algn="just" defTabSz="394439">
              <a:lnSpc>
                <a:spcPct val="150000"/>
              </a:lnSpc>
              <a:spcAft>
                <a:spcPts val="300"/>
              </a:spcAft>
              <a:buFont typeface="+mj-lt"/>
              <a:buAutoNum type="arabicPeriod"/>
            </a:pPr>
            <a:r>
              <a:rPr lang="es-MX" sz="800" dirty="0">
                <a:solidFill>
                  <a:prstClr val="black"/>
                </a:solidFill>
                <a:latin typeface="Montserrat" panose="00000500000000000000" pitchFamily="2" charset="0"/>
                <a:ea typeface="Open Sans" pitchFamily="2" charset="0"/>
                <a:cs typeface="Open Sans" pitchFamily="2" charset="0"/>
              </a:rPr>
              <a:t>Equilibrios políticos para la definición de candidaturas (inclusión, Espacios en el Gobierno).</a:t>
            </a:r>
          </a:p>
          <a:p>
            <a:pPr marL="197220" indent="-197220" algn="just" defTabSz="394439">
              <a:lnSpc>
                <a:spcPct val="150000"/>
              </a:lnSpc>
              <a:spcAft>
                <a:spcPts val="300"/>
              </a:spcAft>
              <a:buFont typeface="+mj-lt"/>
              <a:buAutoNum type="arabicPeriod"/>
            </a:pPr>
            <a:r>
              <a:rPr lang="es-MX" sz="800" dirty="0">
                <a:solidFill>
                  <a:prstClr val="black"/>
                </a:solidFill>
                <a:latin typeface="Montserrat" panose="00000500000000000000" pitchFamily="2" charset="0"/>
                <a:ea typeface="Open Sans" pitchFamily="2" charset="0"/>
                <a:cs typeface="Open Sans" pitchFamily="2" charset="0"/>
              </a:rPr>
              <a:t>Estrategia de municipios prioritarios de la 3ra Circunscripción.</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Se debe encuestar a municipios prioritarios y los distritos federales y locales dejarlos para el equilibrio político.</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Gira en la C3 por parte de las presidentas Ariadna Montiel y Citlalli Hernández con objetivo de dar estabilidad política a todos los aspirantes a cargos de elección popular.</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Encuestas: Campeche, Quintana Roo y Mérida, Yucatán.</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Agrupados en tres bloques:</a:t>
            </a:r>
          </a:p>
          <a:p>
            <a:pPr marL="460989" lvl="1" indent="-125724" algn="just" defTabSz="335265">
              <a:lnSpc>
                <a:spcPct val="150000"/>
              </a:lnSpc>
              <a:spcAft>
                <a:spcPts val="300"/>
              </a:spcAft>
              <a:buFont typeface="Arial" panose="020B0604020202020204" pitchFamily="34" charset="0"/>
              <a:buChar char="•"/>
              <a:defRPr/>
            </a:pPr>
            <a:r>
              <a:rPr lang="es-MX" sz="800" b="1" dirty="0">
                <a:solidFill>
                  <a:prstClr val="black"/>
                </a:solidFill>
                <a:latin typeface="Montserrat" panose="00000500000000000000" pitchFamily="2" charset="0"/>
                <a:ea typeface="Open Sans" pitchFamily="2" charset="0"/>
                <a:cs typeface="Open Sans" pitchFamily="2" charset="0"/>
              </a:rPr>
              <a:t>Bloque I: </a:t>
            </a:r>
            <a:r>
              <a:rPr lang="es-MX" sz="800" dirty="0">
                <a:solidFill>
                  <a:prstClr val="black"/>
                </a:solidFill>
                <a:latin typeface="Montserrat" panose="00000500000000000000" pitchFamily="2" charset="0"/>
                <a:ea typeface="Open Sans" pitchFamily="2" charset="0"/>
                <a:cs typeface="Open Sans" pitchFamily="2" charset="0"/>
              </a:rPr>
              <a:t>Yucatán, Campeche y Quintana Roo.</a:t>
            </a:r>
          </a:p>
          <a:p>
            <a:pPr marL="460989" lvl="1" indent="-125724" algn="just" defTabSz="335265">
              <a:lnSpc>
                <a:spcPct val="150000"/>
              </a:lnSpc>
              <a:spcAft>
                <a:spcPts val="300"/>
              </a:spcAft>
              <a:buFont typeface="Arial" panose="020B0604020202020204" pitchFamily="34" charset="0"/>
              <a:buChar char="•"/>
              <a:defRPr/>
            </a:pPr>
            <a:r>
              <a:rPr lang="es-MX" sz="800" b="1" dirty="0">
                <a:solidFill>
                  <a:prstClr val="black"/>
                </a:solidFill>
                <a:latin typeface="Montserrat" panose="00000500000000000000" pitchFamily="2" charset="0"/>
                <a:ea typeface="Open Sans" pitchFamily="2" charset="0"/>
                <a:cs typeface="Open Sans" pitchFamily="2" charset="0"/>
              </a:rPr>
              <a:t>Bloque II: </a:t>
            </a:r>
            <a:r>
              <a:rPr lang="es-MX" sz="800" dirty="0">
                <a:solidFill>
                  <a:prstClr val="black"/>
                </a:solidFill>
                <a:latin typeface="Montserrat" panose="00000500000000000000" pitchFamily="2" charset="0"/>
                <a:ea typeface="Open Sans" pitchFamily="2" charset="0"/>
                <a:cs typeface="Open Sans" pitchFamily="2" charset="0"/>
              </a:rPr>
              <a:t>Tabasco, Chiapas y Oaxaca.</a:t>
            </a:r>
          </a:p>
          <a:p>
            <a:pPr marL="460989" lvl="1" indent="-125724" algn="just" defTabSz="335265">
              <a:lnSpc>
                <a:spcPct val="150000"/>
              </a:lnSpc>
              <a:spcAft>
                <a:spcPts val="300"/>
              </a:spcAft>
              <a:buFont typeface="Arial" panose="020B0604020202020204" pitchFamily="34" charset="0"/>
              <a:buChar char="•"/>
              <a:defRPr/>
            </a:pPr>
            <a:r>
              <a:rPr lang="es-MX" sz="800" b="1" dirty="0">
                <a:solidFill>
                  <a:prstClr val="black"/>
                </a:solidFill>
                <a:latin typeface="Montserrat" panose="00000500000000000000" pitchFamily="2" charset="0"/>
                <a:ea typeface="Open Sans" pitchFamily="2" charset="0"/>
                <a:cs typeface="Open Sans" pitchFamily="2" charset="0"/>
              </a:rPr>
              <a:t>Bloque III: </a:t>
            </a:r>
            <a:r>
              <a:rPr lang="es-MX" sz="800" dirty="0">
                <a:solidFill>
                  <a:prstClr val="black"/>
                </a:solidFill>
                <a:latin typeface="Montserrat" panose="00000500000000000000" pitchFamily="2" charset="0"/>
                <a:ea typeface="Open Sans" pitchFamily="2" charset="0"/>
                <a:cs typeface="Open Sans" pitchFamily="2" charset="0"/>
              </a:rPr>
              <a:t>Veracruz.</a:t>
            </a:r>
          </a:p>
          <a:p>
            <a:pPr marL="197220" indent="-197220" algn="just" defTabSz="394439">
              <a:lnSpc>
                <a:spcPct val="150000"/>
              </a:lnSpc>
              <a:spcAft>
                <a:spcPts val="300"/>
              </a:spcAft>
              <a:buFont typeface="+mj-lt"/>
              <a:buAutoNum type="arabicPeriod"/>
              <a:defRPr/>
            </a:pPr>
            <a:r>
              <a:rPr lang="es-MX" sz="800" dirty="0">
                <a:solidFill>
                  <a:prstClr val="black"/>
                </a:solidFill>
                <a:latin typeface="Montserrat" panose="00000500000000000000" pitchFamily="2" charset="0"/>
                <a:ea typeface="Open Sans" pitchFamily="2" charset="0"/>
                <a:cs typeface="Open Sans" pitchFamily="2" charset="0"/>
              </a:rPr>
              <a:t>Presidentes estatales de morena:</a:t>
            </a:r>
          </a:p>
          <a:p>
            <a:pPr marL="460989" lvl="1" indent="-125724" algn="just" defTabSz="335265">
              <a:lnSpc>
                <a:spcPct val="150000"/>
              </a:lnSpc>
              <a:spcAft>
                <a:spcPts val="300"/>
              </a:spcAft>
              <a:buFont typeface="Arial" panose="020B0604020202020204" pitchFamily="34" charset="0"/>
              <a:buChar char="•"/>
              <a:defRPr/>
            </a:pPr>
            <a:r>
              <a:rPr lang="es-MX" sz="800" dirty="0">
                <a:solidFill>
                  <a:prstClr val="black"/>
                </a:solidFill>
                <a:latin typeface="Montserrat" panose="00000500000000000000" pitchFamily="2" charset="0"/>
                <a:ea typeface="Open Sans" pitchFamily="2" charset="0"/>
                <a:cs typeface="Open Sans" pitchFamily="2" charset="0"/>
              </a:rPr>
              <a:t>Análisis de Tabasco (a solicitud del G1, solicita un delegado con funciones de presidente).</a:t>
            </a:r>
          </a:p>
          <a:p>
            <a:pPr marL="460989" lvl="1" indent="-125724" algn="just" defTabSz="335265">
              <a:lnSpc>
                <a:spcPct val="150000"/>
              </a:lnSpc>
              <a:spcAft>
                <a:spcPts val="300"/>
              </a:spcAft>
              <a:buFont typeface="Arial" panose="020B0604020202020204" pitchFamily="34" charset="0"/>
              <a:buChar char="•"/>
              <a:defRPr/>
            </a:pPr>
            <a:r>
              <a:rPr lang="es-MX" sz="800" dirty="0">
                <a:solidFill>
                  <a:prstClr val="black"/>
                </a:solidFill>
                <a:latin typeface="Montserrat" panose="00000500000000000000" pitchFamily="2" charset="0"/>
                <a:ea typeface="Open Sans" pitchFamily="2" charset="0"/>
                <a:cs typeface="Open Sans" pitchFamily="2" charset="0"/>
              </a:rPr>
              <a:t>Análisis de Campeche (está causando divisiones internas de los diferentes grupos, con una posibles fuga de capital político hacia MC).</a:t>
            </a:r>
          </a:p>
        </p:txBody>
      </p:sp>
      <p:sp>
        <p:nvSpPr>
          <p:cNvPr id="6" name="Rectángulo 5">
            <a:extLst>
              <a:ext uri="{FF2B5EF4-FFF2-40B4-BE49-F238E27FC236}">
                <a16:creationId xmlns:a16="http://schemas.microsoft.com/office/drawing/2014/main" id="{C598464C-F6E2-DD9F-E799-81580A1592A5}"/>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3B8A97B5-6081-3D19-0AD2-D2A5A59DC05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Temas</a:t>
            </a:r>
            <a:endPar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cxnSp>
        <p:nvCxnSpPr>
          <p:cNvPr id="10" name="Conector recto 9">
            <a:extLst>
              <a:ext uri="{FF2B5EF4-FFF2-40B4-BE49-F238E27FC236}">
                <a16:creationId xmlns:a16="http://schemas.microsoft.com/office/drawing/2014/main" id="{C5C55498-DF87-0FFB-25CB-AA0448C5C838}"/>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35DE5C1F-4F56-CFBC-32E9-117074BAA180}"/>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F4E9B036-D2CE-16C7-0E62-746D5132DFB8}"/>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74917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0B77-0FA2-1F3D-5890-AFF365AAC611}"/>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DC0C30B9-DF2E-97C3-FB37-206B7892FD1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9CB5DD93-A66B-B7ED-716D-B072CBA7BA0F}"/>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MX" sz="1000" b="1" dirty="0">
                <a:latin typeface="Montserrat" panose="00000500000000000000" pitchFamily="2" charset="0"/>
                <a:ea typeface="Open Sans" pitchFamily="2" charset="0"/>
                <a:cs typeface="Open Sans" pitchFamily="2" charset="0"/>
              </a:rPr>
              <a:t>CONCENTRADO C3</a:t>
            </a:r>
            <a:endPar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cxnSp>
        <p:nvCxnSpPr>
          <p:cNvPr id="10" name="Conector recto 9">
            <a:extLst>
              <a:ext uri="{FF2B5EF4-FFF2-40B4-BE49-F238E27FC236}">
                <a16:creationId xmlns:a16="http://schemas.microsoft.com/office/drawing/2014/main" id="{60F476BC-2C9B-8DD5-5687-79646AA7DDDA}"/>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D652C972-F106-962D-7D18-B6C057497BC4}"/>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9F606BCB-48ED-7673-A32F-BA4D1E68C33A}"/>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graphicFrame>
        <p:nvGraphicFramePr>
          <p:cNvPr id="5" name="Tabla 4">
            <a:extLst>
              <a:ext uri="{FF2B5EF4-FFF2-40B4-BE49-F238E27FC236}">
                <a16:creationId xmlns:a16="http://schemas.microsoft.com/office/drawing/2014/main" id="{0A8D0AE6-E68F-86A3-3911-71D464FC91BD}"/>
              </a:ext>
            </a:extLst>
          </p:cNvPr>
          <p:cNvGraphicFramePr>
            <a:graphicFrameLocks noGrp="1"/>
          </p:cNvGraphicFramePr>
          <p:nvPr>
            <p:extLst>
              <p:ext uri="{D42A27DB-BD31-4B8C-83A1-F6EECF244321}">
                <p14:modId xmlns:p14="http://schemas.microsoft.com/office/powerpoint/2010/main" val="168472751"/>
              </p:ext>
            </p:extLst>
          </p:nvPr>
        </p:nvGraphicFramePr>
        <p:xfrm>
          <a:off x="273028" y="914400"/>
          <a:ext cx="7236002" cy="3204478"/>
        </p:xfrm>
        <a:graphic>
          <a:graphicData uri="http://schemas.openxmlformats.org/drawingml/2006/table">
            <a:tbl>
              <a:tblPr>
                <a:tableStyleId>{5940675A-B579-460E-94D1-54222C63F5DA}</a:tableStyleId>
              </a:tblPr>
              <a:tblGrid>
                <a:gridCol w="618628">
                  <a:extLst>
                    <a:ext uri="{9D8B030D-6E8A-4147-A177-3AD203B41FA5}">
                      <a16:colId xmlns:a16="http://schemas.microsoft.com/office/drawing/2014/main" val="699768121"/>
                    </a:ext>
                  </a:extLst>
                </a:gridCol>
                <a:gridCol w="1235140">
                  <a:extLst>
                    <a:ext uri="{9D8B030D-6E8A-4147-A177-3AD203B41FA5}">
                      <a16:colId xmlns:a16="http://schemas.microsoft.com/office/drawing/2014/main" val="287995399"/>
                    </a:ext>
                  </a:extLst>
                </a:gridCol>
                <a:gridCol w="1747158">
                  <a:extLst>
                    <a:ext uri="{9D8B030D-6E8A-4147-A177-3AD203B41FA5}">
                      <a16:colId xmlns:a16="http://schemas.microsoft.com/office/drawing/2014/main" val="2596171652"/>
                    </a:ext>
                  </a:extLst>
                </a:gridCol>
                <a:gridCol w="1890032">
                  <a:extLst>
                    <a:ext uri="{9D8B030D-6E8A-4147-A177-3AD203B41FA5}">
                      <a16:colId xmlns:a16="http://schemas.microsoft.com/office/drawing/2014/main" val="910220731"/>
                    </a:ext>
                  </a:extLst>
                </a:gridCol>
                <a:gridCol w="1745044">
                  <a:extLst>
                    <a:ext uri="{9D8B030D-6E8A-4147-A177-3AD203B41FA5}">
                      <a16:colId xmlns:a16="http://schemas.microsoft.com/office/drawing/2014/main" val="2701819461"/>
                    </a:ext>
                  </a:extLst>
                </a:gridCol>
              </a:tblGrid>
              <a:tr h="389841">
                <a:tc>
                  <a:txBody>
                    <a:bodyPr/>
                    <a:lstStyle/>
                    <a:p>
                      <a:pPr algn="ctr" fontAlgn="b"/>
                      <a:r>
                        <a:rPr lang="es-MX" sz="600" b="1" i="0" u="none" strike="noStrike" dirty="0">
                          <a:solidFill>
                            <a:schemeClr val="bg1"/>
                          </a:solidFill>
                          <a:effectLst/>
                          <a:latin typeface="Montserrat" panose="00000500000000000000" pitchFamily="2" charset="0"/>
                        </a:rPr>
                        <a:t>BLOQUE</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u="none" strike="noStrike" dirty="0">
                          <a:solidFill>
                            <a:schemeClr val="bg1"/>
                          </a:solidFill>
                          <a:effectLst/>
                          <a:latin typeface="Montserrat" panose="00000500000000000000" pitchFamily="2" charset="0"/>
                        </a:rPr>
                        <a:t>ESTADO</a:t>
                      </a:r>
                      <a:endParaRPr lang="es-MX" sz="6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MUNICIPIOS PRIORITARIOS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MAPA POLÍTICO </a:t>
                      </a:r>
                    </a:p>
                    <a:p>
                      <a:pPr algn="ctr" fontAlgn="b"/>
                      <a:r>
                        <a:rPr lang="es-MX" sz="600" b="0" i="0" u="none" strike="noStrike" dirty="0">
                          <a:solidFill>
                            <a:schemeClr val="bg1"/>
                          </a:solidFill>
                          <a:effectLst/>
                          <a:latin typeface="Montserrat" panose="00000500000000000000" pitchFamily="2" charset="0"/>
                        </a:rPr>
                        <a:t>MUNICIPIOS PRIORITARIOS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ENCUESTAS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761362656"/>
                  </a:ext>
                </a:extLst>
              </a:tr>
              <a:tr h="402091">
                <a:tc rowSpan="3">
                  <a:txBody>
                    <a:bodyPr/>
                    <a:lstStyle/>
                    <a:p>
                      <a:pPr algn="ctr" rtl="0" fontAlgn="b"/>
                      <a:r>
                        <a:rPr lang="es-MX" sz="800" b="0" i="0" u="none" strike="noStrike" dirty="0">
                          <a:solidFill>
                            <a:schemeClr val="tx1"/>
                          </a:solidFill>
                          <a:effectLst/>
                          <a:latin typeface="Montserrat" panose="00000500000000000000" pitchFamily="2" charset="0"/>
                        </a:rPr>
                        <a:t>1</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Yucatán</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1000" b="1" i="0" u="none" strike="noStrike" dirty="0">
                          <a:solidFill>
                            <a:schemeClr val="tx1"/>
                          </a:solidFill>
                          <a:effectLst/>
                          <a:latin typeface="Montserrat" panose="00000500000000000000" pitchFamily="2" charset="0"/>
                        </a:rPr>
                        <a:t>11 </a:t>
                      </a:r>
                      <a:r>
                        <a:rPr lang="es-MX" sz="1000" b="0" i="0" u="none" strike="noStrike" dirty="0">
                          <a:solidFill>
                            <a:schemeClr val="tx1"/>
                          </a:solidFill>
                          <a:effectLst/>
                          <a:latin typeface="Montserrat" panose="00000500000000000000" pitchFamily="2" charset="0"/>
                        </a:rPr>
                        <a:t>/ 106</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100%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6</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 Encuesta: 16 municipios, 6 distritos federales, 21 distritos locales</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833799"/>
                  </a:ext>
                </a:extLst>
              </a:tr>
              <a:tr h="402091">
                <a:tc vMerge="1">
                  <a:txBody>
                    <a:bodyPr/>
                    <a:lstStyle/>
                    <a:p>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Campeche</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1000" b="1" i="0" u="none" strike="noStrike" dirty="0">
                          <a:solidFill>
                            <a:schemeClr val="tx1"/>
                          </a:solidFill>
                          <a:effectLst/>
                          <a:latin typeface="Montserrat" panose="00000500000000000000" pitchFamily="2" charset="0"/>
                        </a:rPr>
                        <a:t>4</a:t>
                      </a:r>
                      <a:r>
                        <a:rPr lang="es-MX" sz="1000" b="0" i="0" u="none" strike="noStrike" dirty="0">
                          <a:solidFill>
                            <a:schemeClr val="tx1"/>
                          </a:solidFill>
                          <a:effectLst/>
                          <a:latin typeface="Montserrat" panose="00000500000000000000" pitchFamily="2" charset="0"/>
                        </a:rPr>
                        <a:t> / 13</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95%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6</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 Encuesta Estatal, 2 Distritales, 2 Municipales</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2830089"/>
                  </a:ext>
                </a:extLst>
              </a:tr>
              <a:tr h="402091">
                <a:tc vMerge="1">
                  <a:txBody>
                    <a:bodyPr/>
                    <a:lstStyle/>
                    <a:p>
                      <a:endParaRPr dirty="0"/>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Quintana Roo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5</a:t>
                      </a:r>
                      <a:r>
                        <a:rPr lang="es-MX" sz="1000" b="0" i="0" u="none" strike="noStrike" kern="1200" dirty="0">
                          <a:solidFill>
                            <a:schemeClr val="tx1"/>
                          </a:solidFill>
                          <a:effectLst/>
                          <a:latin typeface="Montserrat" panose="00000500000000000000" pitchFamily="2" charset="0"/>
                          <a:ea typeface="+mn-ea"/>
                          <a:cs typeface="+mn-cs"/>
                        </a:rPr>
                        <a:t> / 11</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95%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5</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 Encuesta Estatal</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0010536"/>
                  </a:ext>
                </a:extLst>
              </a:tr>
              <a:tr h="402091">
                <a:tc rowSpan="3">
                  <a:txBody>
                    <a:bodyPr/>
                    <a:lstStyle/>
                    <a:p>
                      <a:pPr algn="ctr" rtl="0" fontAlgn="b"/>
                      <a:r>
                        <a:rPr lang="es-MX" sz="800" b="0" i="0" u="none" strike="noStrike" dirty="0">
                          <a:solidFill>
                            <a:schemeClr val="tx1"/>
                          </a:solidFill>
                          <a:effectLst/>
                          <a:latin typeface="Montserrat" panose="00000500000000000000" pitchFamily="2" charset="0"/>
                        </a:rPr>
                        <a:t>2</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chemeClr val="tx1"/>
                          </a:solidFill>
                          <a:effectLst/>
                          <a:latin typeface="Montserrat" panose="00000500000000000000" pitchFamily="2" charset="0"/>
                        </a:rPr>
                        <a:t> Tabasco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11</a:t>
                      </a:r>
                      <a:r>
                        <a:rPr lang="es-MX" sz="1000" b="0" i="0" u="none" strike="noStrike" kern="1200" dirty="0">
                          <a:solidFill>
                            <a:schemeClr val="tx1"/>
                          </a:solidFill>
                          <a:effectLst/>
                          <a:latin typeface="Montserrat" panose="00000500000000000000" pitchFamily="2" charset="0"/>
                          <a:ea typeface="+mn-ea"/>
                          <a:cs typeface="+mn-cs"/>
                        </a:rPr>
                        <a:t> / 17</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4</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b" latinLnBrk="0" hangingPunct="1"/>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02008148"/>
                  </a:ext>
                </a:extLst>
              </a:tr>
              <a:tr h="402091">
                <a:tc vMerge="1">
                  <a:txBody>
                    <a:bodyPr/>
                    <a:lstStyle/>
                    <a:p>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Chiapas</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37</a:t>
                      </a:r>
                      <a:r>
                        <a:rPr lang="es-MX" sz="1000" b="0" i="0" u="none" strike="noStrike" kern="1200" dirty="0">
                          <a:solidFill>
                            <a:schemeClr val="tx1"/>
                          </a:solidFill>
                          <a:effectLst/>
                          <a:latin typeface="Montserrat" panose="00000500000000000000" pitchFamily="2" charset="0"/>
                          <a:ea typeface="+mn-ea"/>
                          <a:cs typeface="+mn-cs"/>
                        </a:rPr>
                        <a:t> / 124</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50%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MX" sz="800" b="0" i="0" u="none" strike="noStrike" kern="1200" dirty="0">
                          <a:solidFill>
                            <a:schemeClr val="tx1"/>
                          </a:solidFill>
                          <a:effectLst/>
                          <a:latin typeface="Montserrat" panose="00000500000000000000" pitchFamily="2" charset="0"/>
                          <a:ea typeface="+mn-ea"/>
                          <a:cs typeface="+mn-cs"/>
                        </a:rPr>
                        <a:t>11 Encuestas Municipales (uno por cada municipio)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41566129"/>
                  </a:ext>
                </a:extLst>
              </a:tr>
              <a:tr h="402091">
                <a:tc vMerge="1">
                  <a:txBody>
                    <a:bodyPr/>
                    <a:lstStyle/>
                    <a:p>
                      <a:endParaRPr dirty="0"/>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Oaxaca</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578485" rtl="0" eaLnBrk="1" fontAlgn="b" latinLnBrk="0" hangingPunct="1">
                        <a:lnSpc>
                          <a:spcPct val="100000"/>
                        </a:lnSpc>
                        <a:spcBef>
                          <a:spcPts val="0"/>
                        </a:spcBef>
                        <a:spcAft>
                          <a:spcPts val="0"/>
                        </a:spcAft>
                        <a:buClrTx/>
                        <a:buSzTx/>
                        <a:buFontTx/>
                        <a:buNone/>
                        <a:tabLst/>
                        <a:defRPr/>
                      </a:pPr>
                      <a:endParaRPr lang="es-MX" sz="10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40%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 Encuesta Municipal (Oaxaca de Juárez)</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59319516"/>
                  </a:ext>
                </a:extLst>
              </a:tr>
              <a:tr h="402091">
                <a:tc>
                  <a:txBody>
                    <a:bodyPr/>
                    <a:lstStyle/>
                    <a:p>
                      <a:pPr algn="ctr" rtl="0" fontAlgn="b"/>
                      <a:r>
                        <a:rPr lang="es-MX" sz="800" b="0" i="0" u="none" strike="noStrike" dirty="0">
                          <a:solidFill>
                            <a:schemeClr val="tx1"/>
                          </a:solidFill>
                          <a:effectLst/>
                          <a:latin typeface="Montserrat" panose="00000500000000000000" pitchFamily="2" charset="0"/>
                        </a:rPr>
                        <a:t>3</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Veracruz</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s-MX" sz="10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50%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213556"/>
                  </a:ext>
                </a:extLst>
              </a:tr>
            </a:tbl>
          </a:graphicData>
        </a:graphic>
      </p:graphicFrame>
    </p:spTree>
    <p:extLst>
      <p:ext uri="{BB962C8B-B14F-4D97-AF65-F5344CB8AC3E}">
        <p14:creationId xmlns:p14="http://schemas.microsoft.com/office/powerpoint/2010/main" val="3214097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368F98D9-E620-B79C-95B5-2545BB43D6B4}"/>
              </a:ext>
            </a:extLst>
          </p:cNvPr>
          <p:cNvGraphicFramePr>
            <a:graphicFrameLocks noGrp="1"/>
          </p:cNvGraphicFramePr>
          <p:nvPr>
            <p:extLst>
              <p:ext uri="{D42A27DB-BD31-4B8C-83A1-F6EECF244321}">
                <p14:modId xmlns:p14="http://schemas.microsoft.com/office/powerpoint/2010/main" val="4184102762"/>
              </p:ext>
            </p:extLst>
          </p:nvPr>
        </p:nvGraphicFramePr>
        <p:xfrm>
          <a:off x="303196" y="914400"/>
          <a:ext cx="7295948" cy="3797318"/>
        </p:xfrm>
        <a:graphic>
          <a:graphicData uri="http://schemas.openxmlformats.org/drawingml/2006/table">
            <a:tbl>
              <a:tblPr>
                <a:tableStyleId>{5940675A-B579-460E-94D1-54222C63F5DA}</a:tableStyleId>
              </a:tblPr>
              <a:tblGrid>
                <a:gridCol w="275531">
                  <a:extLst>
                    <a:ext uri="{9D8B030D-6E8A-4147-A177-3AD203B41FA5}">
                      <a16:colId xmlns:a16="http://schemas.microsoft.com/office/drawing/2014/main" val="699768121"/>
                    </a:ext>
                  </a:extLst>
                </a:gridCol>
                <a:gridCol w="687964">
                  <a:extLst>
                    <a:ext uri="{9D8B030D-6E8A-4147-A177-3AD203B41FA5}">
                      <a16:colId xmlns:a16="http://schemas.microsoft.com/office/drawing/2014/main" val="287995399"/>
                    </a:ext>
                  </a:extLst>
                </a:gridCol>
                <a:gridCol w="1447633">
                  <a:extLst>
                    <a:ext uri="{9D8B030D-6E8A-4147-A177-3AD203B41FA5}">
                      <a16:colId xmlns:a16="http://schemas.microsoft.com/office/drawing/2014/main" val="2596171652"/>
                    </a:ext>
                  </a:extLst>
                </a:gridCol>
                <a:gridCol w="732560">
                  <a:extLst>
                    <a:ext uri="{9D8B030D-6E8A-4147-A177-3AD203B41FA5}">
                      <a16:colId xmlns:a16="http://schemas.microsoft.com/office/drawing/2014/main" val="3518704903"/>
                    </a:ext>
                  </a:extLst>
                </a:gridCol>
                <a:gridCol w="811717">
                  <a:extLst>
                    <a:ext uri="{9D8B030D-6E8A-4147-A177-3AD203B41FA5}">
                      <a16:colId xmlns:a16="http://schemas.microsoft.com/office/drawing/2014/main" val="910220731"/>
                    </a:ext>
                  </a:extLst>
                </a:gridCol>
                <a:gridCol w="754316">
                  <a:extLst>
                    <a:ext uri="{9D8B030D-6E8A-4147-A177-3AD203B41FA5}">
                      <a16:colId xmlns:a16="http://schemas.microsoft.com/office/drawing/2014/main" val="3763062748"/>
                    </a:ext>
                  </a:extLst>
                </a:gridCol>
                <a:gridCol w="629099">
                  <a:extLst>
                    <a:ext uri="{9D8B030D-6E8A-4147-A177-3AD203B41FA5}">
                      <a16:colId xmlns:a16="http://schemas.microsoft.com/office/drawing/2014/main" val="3653669919"/>
                    </a:ext>
                  </a:extLst>
                </a:gridCol>
                <a:gridCol w="619644">
                  <a:extLst>
                    <a:ext uri="{9D8B030D-6E8A-4147-A177-3AD203B41FA5}">
                      <a16:colId xmlns:a16="http://schemas.microsoft.com/office/drawing/2014/main" val="3652280464"/>
                    </a:ext>
                  </a:extLst>
                </a:gridCol>
                <a:gridCol w="697266">
                  <a:extLst>
                    <a:ext uri="{9D8B030D-6E8A-4147-A177-3AD203B41FA5}">
                      <a16:colId xmlns:a16="http://schemas.microsoft.com/office/drawing/2014/main" val="808024861"/>
                    </a:ext>
                  </a:extLst>
                </a:gridCol>
                <a:gridCol w="640218">
                  <a:extLst>
                    <a:ext uri="{9D8B030D-6E8A-4147-A177-3AD203B41FA5}">
                      <a16:colId xmlns:a16="http://schemas.microsoft.com/office/drawing/2014/main" val="1279666305"/>
                    </a:ext>
                  </a:extLst>
                </a:gridCol>
              </a:tblGrid>
              <a:tr h="322144">
                <a:tc rowSpan="2">
                  <a:txBody>
                    <a:bodyPr/>
                    <a:lstStyle/>
                    <a:p>
                      <a:pPr algn="ctr" fontAlgn="b"/>
                      <a:r>
                        <a:rPr lang="es-MX" sz="600" b="1" i="0" u="none" strike="noStrike" dirty="0">
                          <a:solidFill>
                            <a:schemeClr val="bg1"/>
                          </a:solidFill>
                          <a:effectLst/>
                          <a:latin typeface="Montserrat" panose="00000500000000000000" pitchFamily="2" charset="0"/>
                        </a:rPr>
                        <a:t>No.</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u="none" strike="noStrike" dirty="0">
                          <a:solidFill>
                            <a:schemeClr val="bg1"/>
                          </a:solidFill>
                          <a:effectLst/>
                          <a:latin typeface="Montserrat" panose="00000500000000000000" pitchFamily="2" charset="0"/>
                        </a:rPr>
                        <a:t>ESTADO</a:t>
                      </a:r>
                      <a:endParaRPr lang="es-MX" sz="6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i="0" u="none" strike="noStrike" dirty="0">
                          <a:solidFill>
                            <a:schemeClr val="bg1"/>
                          </a:solidFill>
                          <a:effectLst/>
                          <a:latin typeface="Montserrat" panose="00000500000000000000" pitchFamily="2" charset="0"/>
                        </a:rPr>
                        <a:t>GOBERNADORA </a:t>
                      </a:r>
                      <a:r>
                        <a:rPr lang="es-MX" sz="600" b="1" i="0" u="none" strike="noStrike" dirty="0" err="1">
                          <a:solidFill>
                            <a:schemeClr val="bg1"/>
                          </a:solidFill>
                          <a:effectLst/>
                          <a:latin typeface="Montserrat" panose="00000500000000000000" pitchFamily="2" charset="0"/>
                        </a:rPr>
                        <a:t>ó</a:t>
                      </a:r>
                      <a:r>
                        <a:rPr lang="es-MX" sz="600" b="1" i="0" u="none" strike="noStrike" dirty="0">
                          <a:solidFill>
                            <a:schemeClr val="bg1"/>
                          </a:solidFill>
                          <a:effectLst/>
                          <a:latin typeface="Montserrat" panose="00000500000000000000" pitchFamily="2" charset="0"/>
                        </a:rPr>
                        <a:t> GOBERNADORA</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u="none" strike="noStrike" dirty="0">
                          <a:solidFill>
                            <a:schemeClr val="bg1"/>
                          </a:solidFill>
                          <a:effectLst/>
                          <a:latin typeface="Montserrat" panose="00000500000000000000" pitchFamily="2" charset="0"/>
                        </a:rPr>
                        <a:t>PARTIDO</a:t>
                      </a:r>
                      <a:endParaRPr lang="es-MX" sz="6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i="0" u="none" strike="noStrike" dirty="0">
                          <a:solidFill>
                            <a:schemeClr val="bg1"/>
                          </a:solidFill>
                          <a:effectLst/>
                          <a:latin typeface="Montserrat" panose="00000500000000000000" pitchFamily="2" charset="0"/>
                        </a:rPr>
                        <a:t>ELECCIÓN PARA GOBERNADOR</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i="0" u="none" strike="noStrike" dirty="0">
                          <a:solidFill>
                            <a:schemeClr val="bg1"/>
                          </a:solidFill>
                          <a:effectLst/>
                          <a:latin typeface="Montserrat" panose="00000500000000000000" pitchFamily="2" charset="0"/>
                        </a:rPr>
                        <a:t>MUNICIPIOS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gridSpan="2">
                  <a:txBody>
                    <a:bodyPr/>
                    <a:lstStyle/>
                    <a:p>
                      <a:pPr algn="ctr" fontAlgn="b"/>
                      <a:r>
                        <a:rPr lang="es-MX" sz="600" b="1" i="0" u="none" strike="noStrike" dirty="0">
                          <a:solidFill>
                            <a:schemeClr val="bg1"/>
                          </a:solidFill>
                          <a:effectLst/>
                          <a:latin typeface="Montserrat" panose="00000500000000000000" pitchFamily="2" charset="0"/>
                        </a:rPr>
                        <a:t>DIPUTADOS FEDERALES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pPr algn="ctr" fontAlgn="b"/>
                      <a:endParaRPr lang="es-MX" sz="105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50000"/>
                      </a:schemeClr>
                    </a:solidFill>
                  </a:tcPr>
                </a:tc>
                <a:tc rowSpan="2">
                  <a:txBody>
                    <a:bodyPr/>
                    <a:lstStyle/>
                    <a:p>
                      <a:pPr algn="ctr" fontAlgn="b"/>
                      <a:r>
                        <a:rPr lang="es-MX" sz="600" b="1" i="0" u="none" strike="noStrike" dirty="0">
                          <a:solidFill>
                            <a:schemeClr val="bg1"/>
                          </a:solidFill>
                          <a:effectLst/>
                          <a:latin typeface="Montserrat" panose="00000500000000000000" pitchFamily="2" charset="0"/>
                        </a:rPr>
                        <a:t>DIPUTADOS LOCALES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rowSpan="2">
                  <a:txBody>
                    <a:bodyPr/>
                    <a:lstStyle/>
                    <a:p>
                      <a:pPr algn="ctr" fontAlgn="b"/>
                      <a:r>
                        <a:rPr lang="es-MX" sz="600" b="1" i="0" u="none" strike="noStrike" dirty="0">
                          <a:solidFill>
                            <a:schemeClr val="bg1"/>
                          </a:solidFill>
                          <a:effectLst/>
                          <a:latin typeface="Montserrat" panose="00000500000000000000" pitchFamily="2" charset="0"/>
                        </a:rPr>
                        <a:t>LN</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761362656"/>
                  </a:ext>
                </a:extLst>
              </a:tr>
              <a:tr h="243890">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MR</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RP</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solidFill>
                      <a:schemeClr val="tx1">
                        <a:lumMod val="50000"/>
                        <a:lumOff val="50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vMerge="1">
                  <a:txBody>
                    <a:bodyPr/>
                    <a:lstStyle/>
                    <a:p>
                      <a:pPr algn="ctr" fontAlgn="b"/>
                      <a:endParaRPr lang="es-MX" sz="11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560711906"/>
                  </a:ext>
                </a:extLst>
              </a:tr>
              <a:tr h="302933">
                <a:tc>
                  <a:txBody>
                    <a:bodyPr/>
                    <a:lstStyle/>
                    <a:p>
                      <a:pPr algn="ctr" rtl="0" fontAlgn="b"/>
                      <a:r>
                        <a:rPr lang="es-MX" sz="800" b="0" i="0" u="none" strike="noStrike" dirty="0">
                          <a:solidFill>
                            <a:srgbClr val="9D2449"/>
                          </a:solidFill>
                          <a:effectLst/>
                          <a:latin typeface="Montserrat" panose="00000500000000000000" pitchFamily="2" charset="0"/>
                        </a:rPr>
                        <a:t>1</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s-MX" sz="800" b="0" i="0" u="none" strike="noStrike" dirty="0">
                          <a:solidFill>
                            <a:srgbClr val="9D2449"/>
                          </a:solidFill>
                          <a:effectLst/>
                          <a:latin typeface="Montserrat" panose="00000500000000000000" pitchFamily="2" charset="0"/>
                        </a:rPr>
                        <a:t>Campeche</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s-MX" sz="800" b="0" i="0" u="none" strike="noStrike" dirty="0">
                          <a:solidFill>
                            <a:srgbClr val="9D2449"/>
                          </a:solidFill>
                          <a:effectLst/>
                          <a:latin typeface="Montserrat" panose="00000500000000000000" pitchFamily="2" charset="0"/>
                        </a:rPr>
                        <a:t>Layda Elena Sansores San Román</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rowSpan="7">
                  <a:txBody>
                    <a:bodyPr/>
                    <a:lstStyle/>
                    <a:p>
                      <a:pPr algn="ctr" rtl="0" fontAlgn="b"/>
                      <a:r>
                        <a:rPr lang="es-MX" sz="700" b="1" i="0" u="none" strike="noStrike" dirty="0">
                          <a:solidFill>
                            <a:srgbClr val="9D2449"/>
                          </a:solidFill>
                          <a:effectLst/>
                          <a:latin typeface="Montserrat" panose="00000500000000000000" pitchFamily="2" charset="0"/>
                        </a:rPr>
                        <a:t>MORENA</a:t>
                      </a:r>
                    </a:p>
                  </a:txBody>
                  <a:tcPr marL="36000" marR="36000" marT="9525" marB="0" anchor="ctr">
                    <a:lnL w="3175"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2027</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13</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2</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5</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dirty="0">
                          <a:ln>
                            <a:noFill/>
                          </a:ln>
                          <a:solidFill>
                            <a:srgbClr val="9D2449"/>
                          </a:solidFill>
                          <a:effectLst/>
                          <a:uLnTx/>
                          <a:uFillTx/>
                          <a:latin typeface="Montserrat" panose="00000500000000000000" pitchFamily="2" charset="0"/>
                          <a:ea typeface="+mn-ea"/>
                          <a:cs typeface="+mn-cs"/>
                        </a:rPr>
                        <a:t>35</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s-MX" sz="800" b="0" i="0" u="none" strike="noStrike" dirty="0">
                          <a:solidFill>
                            <a:srgbClr val="9D2449"/>
                          </a:solidFill>
                          <a:effectLst/>
                          <a:latin typeface="Montserrat" panose="00000500000000000000" pitchFamily="2" charset="0"/>
                        </a:rPr>
                        <a:t>696,946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7833799"/>
                  </a:ext>
                </a:extLst>
              </a:tr>
              <a:tr h="302933">
                <a:tc>
                  <a:txBody>
                    <a:bodyPr/>
                    <a:lstStyle/>
                    <a:p>
                      <a:pPr algn="ctr" rtl="0" fontAlgn="b"/>
                      <a:r>
                        <a:rPr lang="es-MX" sz="800" b="0" i="0" u="none" strike="noStrike" dirty="0">
                          <a:solidFill>
                            <a:srgbClr val="9D2449"/>
                          </a:solidFill>
                          <a:effectLst/>
                          <a:latin typeface="Montserrat" panose="00000500000000000000" pitchFamily="2" charset="0"/>
                        </a:rPr>
                        <a:t>2</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rgbClr val="9D2449"/>
                          </a:solidFill>
                          <a:effectLst/>
                          <a:latin typeface="Montserrat" panose="00000500000000000000" pitchFamily="2" charset="0"/>
                        </a:rPr>
                        <a:t>Quintana Roo</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rgbClr val="9D2449"/>
                          </a:solidFill>
                          <a:effectLst/>
                          <a:latin typeface="Montserrat" panose="00000500000000000000" pitchFamily="2" charset="0"/>
                        </a:rPr>
                        <a:t>María Elena H: Lezama Espinosa</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b"/>
                      <a:endParaRPr lang="es-MX" sz="800" b="1" i="0" u="none" strike="noStrike" dirty="0">
                        <a:solidFill>
                          <a:srgbClr val="C00000"/>
                        </a:solidFill>
                        <a:effectLst/>
                        <a:latin typeface="Montserrat" panose="00000500000000000000" pitchFamily="2" charset="0"/>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AD6C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2027</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11</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4</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rgbClr val="9D2449"/>
                          </a:solidFill>
                          <a:effectLst/>
                          <a:uLnTx/>
                          <a:uFillTx/>
                          <a:latin typeface="Montserrat" panose="00000500000000000000" pitchFamily="2" charset="0"/>
                          <a:ea typeface="+mn-ea"/>
                          <a:cs typeface="+mn-cs"/>
                        </a:rPr>
                        <a:t>3</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dirty="0">
                          <a:ln>
                            <a:noFill/>
                          </a:ln>
                          <a:solidFill>
                            <a:srgbClr val="9D2449"/>
                          </a:solidFill>
                          <a:effectLst/>
                          <a:uLnTx/>
                          <a:uFillTx/>
                          <a:latin typeface="Montserrat" panose="00000500000000000000" pitchFamily="2" charset="0"/>
                          <a:ea typeface="+mn-ea"/>
                          <a:cs typeface="+mn-cs"/>
                        </a:rPr>
                        <a:t>25</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800" b="0" i="0" u="none" strike="noStrike" dirty="0">
                          <a:solidFill>
                            <a:srgbClr val="9D2449"/>
                          </a:solidFill>
                          <a:effectLst/>
                          <a:latin typeface="Montserrat" panose="00000500000000000000" pitchFamily="2" charset="0"/>
                        </a:rPr>
                        <a:t>1,523,164</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2830089"/>
                  </a:ext>
                </a:extLst>
              </a:tr>
              <a:tr h="824107">
                <a:tc>
                  <a:txBody>
                    <a:bodyPr/>
                    <a:lstStyle/>
                    <a:p>
                      <a:pPr algn="ctr" rtl="0" fontAlgn="b"/>
                      <a:r>
                        <a:rPr lang="es-MX" sz="800" b="0" i="0" u="none" strike="noStrike" dirty="0">
                          <a:solidFill>
                            <a:schemeClr val="tx1"/>
                          </a:solidFill>
                          <a:effectLst/>
                          <a:latin typeface="Montserrat" panose="00000500000000000000" pitchFamily="2" charset="0"/>
                        </a:rPr>
                        <a:t>7</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Oaxaca</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800" b="0" i="0" u="none" strike="noStrike" kern="1200" dirty="0">
                          <a:solidFill>
                            <a:schemeClr val="tx1"/>
                          </a:solidFill>
                          <a:effectLst/>
                          <a:latin typeface="Montserrat" panose="00000500000000000000" pitchFamily="2" charset="0"/>
                          <a:ea typeface="+mn-ea"/>
                          <a:cs typeface="+mn-cs"/>
                        </a:rPr>
                        <a:t>Salomón Jara Cruz</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b"/>
                      <a:endParaRPr lang="es-MX" sz="800" b="1" i="0" u="none" strike="noStrike" dirty="0">
                        <a:solidFill>
                          <a:srgbClr val="C00000"/>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 2028</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570 </a:t>
                      </a:r>
                    </a:p>
                    <a:p>
                      <a:pPr marL="0" algn="ctr" defTabSz="914400" rtl="0" eaLnBrk="1" fontAlgn="b" latinLnBrk="0" hangingPunct="1"/>
                      <a:r>
                        <a:rPr lang="es-MX" sz="600" b="0" i="0" u="none" strike="noStrike" kern="1200" dirty="0">
                          <a:solidFill>
                            <a:schemeClr val="tx1"/>
                          </a:solidFill>
                          <a:effectLst/>
                          <a:latin typeface="Montserrat" panose="00000500000000000000" pitchFamily="2" charset="0"/>
                          <a:ea typeface="+mn-ea"/>
                          <a:cs typeface="+mn-cs"/>
                        </a:rPr>
                        <a:t>(418 por usos y costumbres)</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10</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10</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42</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800" b="0" i="0" u="none" strike="noStrike" dirty="0">
                          <a:solidFill>
                            <a:schemeClr val="tx1"/>
                          </a:solidFill>
                          <a:effectLst/>
                          <a:latin typeface="Montserrat" panose="00000500000000000000" pitchFamily="2" charset="0"/>
                        </a:rPr>
                        <a:t>3,114,003</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0010536"/>
                  </a:ext>
                </a:extLst>
              </a:tr>
              <a:tr h="302933">
                <a:tc>
                  <a:txBody>
                    <a:bodyPr/>
                    <a:lstStyle/>
                    <a:p>
                      <a:pPr algn="ctr" rtl="0" fontAlgn="b"/>
                      <a:r>
                        <a:rPr lang="es-MX" sz="800" b="0" i="0" u="none" strike="noStrike" dirty="0">
                          <a:solidFill>
                            <a:schemeClr val="tx1"/>
                          </a:solidFill>
                          <a:effectLst/>
                          <a:latin typeface="Montserrat" panose="00000500000000000000" pitchFamily="2" charset="0"/>
                        </a:rPr>
                        <a:t>3</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chemeClr val="tx1"/>
                          </a:solidFill>
                          <a:effectLst/>
                          <a:latin typeface="Montserrat" panose="00000500000000000000" pitchFamily="2" charset="0"/>
                        </a:rPr>
                        <a:t>Chiapas</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s-MX" sz="800" b="0" i="0" u="none" strike="noStrike" kern="1200" dirty="0">
                          <a:solidFill>
                            <a:schemeClr val="tx1"/>
                          </a:solidFill>
                          <a:effectLst/>
                          <a:latin typeface="Montserrat" panose="00000500000000000000" pitchFamily="2" charset="0"/>
                          <a:ea typeface="+mn-ea"/>
                          <a:cs typeface="+mn-cs"/>
                        </a:rPr>
                        <a:t>Óscar Eduardo Ramírez Aguilar</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lang="es-MX"/>
                    </a:p>
                  </a:txBody>
                  <a:tcPr>
                    <a:lnL w="6350" cap="flat" cmpd="sng" algn="ctr">
                      <a:solidFill>
                        <a:srgbClr val="ACA270"/>
                      </a:solidFill>
                      <a:prstDash val="solid"/>
                      <a:round/>
                      <a:headEnd type="none" w="med" len="med"/>
                      <a:tailEnd type="none" w="med" len="med"/>
                    </a:lnL>
                    <a:lnT w="6350" cap="flat" cmpd="sng" algn="ctr">
                      <a:solidFill>
                        <a:srgbClr val="ACA270"/>
                      </a:solidFill>
                      <a:prstDash val="solid"/>
                      <a:round/>
                      <a:headEnd type="none" w="med" len="med"/>
                      <a:tailEnd type="none" w="med" len="med"/>
                    </a:lnT>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 2030</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r>
                        <a:rPr lang="es-MX" sz="800" b="0" i="0" u="none" strike="noStrike" dirty="0">
                          <a:solidFill>
                            <a:schemeClr val="tx1"/>
                          </a:solidFill>
                          <a:effectLst/>
                          <a:latin typeface="Montserrat" panose="00000500000000000000" pitchFamily="2" charset="0"/>
                        </a:rPr>
                        <a:t>124</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r>
                        <a:rPr lang="es-MX" sz="800" b="0" i="0" u="none" strike="noStrike" dirty="0">
                          <a:solidFill>
                            <a:schemeClr val="tx1"/>
                          </a:solidFill>
                          <a:effectLst/>
                          <a:latin typeface="Montserrat" panose="00000500000000000000" pitchFamily="2" charset="0"/>
                        </a:rPr>
                        <a:t>13</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r>
                        <a:rPr lang="es-MX" sz="800" b="0" i="0" u="none" strike="noStrike" dirty="0">
                          <a:solidFill>
                            <a:schemeClr val="tx1"/>
                          </a:solidFill>
                          <a:effectLst/>
                          <a:latin typeface="Montserrat" panose="00000500000000000000" pitchFamily="2" charset="0"/>
                        </a:rPr>
                        <a:t>5</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40</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800" b="0" i="0" u="none" strike="noStrike" dirty="0">
                          <a:solidFill>
                            <a:schemeClr val="tx1"/>
                          </a:solidFill>
                          <a:effectLst/>
                          <a:latin typeface="Montserrat" panose="00000500000000000000" pitchFamily="2" charset="0"/>
                        </a:rPr>
                        <a:t>4,037,078</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02008148"/>
                  </a:ext>
                </a:extLst>
              </a:tr>
              <a:tr h="302933">
                <a:tc>
                  <a:txBody>
                    <a:bodyPr/>
                    <a:lstStyle/>
                    <a:p>
                      <a:pPr algn="ctr" rtl="0" fontAlgn="b"/>
                      <a:r>
                        <a:rPr lang="es-MX" sz="800" b="0" i="0" u="none" strike="noStrike" dirty="0">
                          <a:solidFill>
                            <a:schemeClr val="tx1"/>
                          </a:solidFill>
                          <a:effectLst/>
                          <a:latin typeface="Montserrat" panose="00000500000000000000" pitchFamily="2" charset="0"/>
                        </a:rPr>
                        <a:t>4</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Tabasco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800" b="0" i="0" u="none" strike="noStrike" kern="1200" dirty="0">
                          <a:solidFill>
                            <a:schemeClr val="tx1"/>
                          </a:solidFill>
                          <a:effectLst/>
                          <a:latin typeface="Montserrat" panose="00000500000000000000" pitchFamily="2" charset="0"/>
                          <a:ea typeface="+mn-ea"/>
                          <a:cs typeface="+mn-cs"/>
                        </a:rPr>
                        <a:t>Javier May Rodríguez</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b"/>
                      <a:endParaRPr lang="es-MX" sz="800" b="1" i="0" u="none" strike="noStrike" dirty="0">
                        <a:solidFill>
                          <a:srgbClr val="C00000"/>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noProof="0" dirty="0">
                          <a:solidFill>
                            <a:schemeClr val="tx1"/>
                          </a:solidFill>
                          <a:effectLst/>
                          <a:latin typeface="Montserrat" panose="00000500000000000000" pitchFamily="2" charset="0"/>
                          <a:ea typeface="+mn-ea"/>
                          <a:cs typeface="+mn-cs"/>
                        </a:rPr>
                        <a:t>2030</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800" b="0" i="0" u="none" strike="noStrike" dirty="0">
                          <a:solidFill>
                            <a:schemeClr val="tx1"/>
                          </a:solidFill>
                          <a:effectLst/>
                          <a:latin typeface="Montserrat" panose="00000500000000000000" pitchFamily="2" charset="0"/>
                        </a:rPr>
                        <a:t>17</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800" b="0" i="0" u="none" strike="noStrike" dirty="0">
                          <a:solidFill>
                            <a:schemeClr val="tx1"/>
                          </a:solidFill>
                          <a:effectLst/>
                          <a:latin typeface="Montserrat" panose="00000500000000000000" pitchFamily="2" charset="0"/>
                        </a:rPr>
                        <a:t>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800" b="0" i="0" u="none" strike="noStrike" dirty="0">
                          <a:solidFill>
                            <a:schemeClr val="tx1"/>
                          </a:solidFill>
                          <a:effectLst/>
                          <a:latin typeface="Montserrat" panose="00000500000000000000" pitchFamily="2" charset="0"/>
                        </a:rPr>
                        <a:t>1</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35</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800" b="0" i="0" u="none" strike="noStrike" dirty="0">
                          <a:solidFill>
                            <a:schemeClr val="tx1"/>
                          </a:solidFill>
                          <a:effectLst/>
                          <a:latin typeface="Montserrat" panose="00000500000000000000" pitchFamily="2" charset="0"/>
                        </a:rPr>
                        <a:t>1,818,386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1566129"/>
                  </a:ext>
                </a:extLst>
              </a:tr>
              <a:tr h="302933">
                <a:tc>
                  <a:txBody>
                    <a:bodyPr/>
                    <a:lstStyle/>
                    <a:p>
                      <a:pPr algn="ctr" rtl="0" fontAlgn="b"/>
                      <a:r>
                        <a:rPr lang="es-MX" sz="800" b="0" i="0" u="none" strike="noStrike" dirty="0">
                          <a:solidFill>
                            <a:schemeClr val="tx1"/>
                          </a:solidFill>
                          <a:effectLst/>
                          <a:latin typeface="Montserrat" panose="00000500000000000000" pitchFamily="2" charset="0"/>
                        </a:rPr>
                        <a:t>5</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chemeClr val="tx1"/>
                          </a:solidFill>
                          <a:effectLst/>
                          <a:latin typeface="Montserrat" panose="00000500000000000000" pitchFamily="2" charset="0"/>
                        </a:rPr>
                        <a:t>Yucatán</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es-MX" sz="800" b="0" i="0" u="none" strike="noStrike" kern="1200" dirty="0">
                          <a:solidFill>
                            <a:schemeClr val="tx1"/>
                          </a:solidFill>
                          <a:effectLst/>
                          <a:latin typeface="Montserrat" panose="00000500000000000000" pitchFamily="2" charset="0"/>
                          <a:ea typeface="+mn-ea"/>
                          <a:cs typeface="+mn-cs"/>
                        </a:rPr>
                        <a:t>Joaquín Jesús Díaz Mena</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b"/>
                      <a:endParaRPr lang="es-MX" sz="800" b="1" i="0" u="none" strike="noStrike" dirty="0">
                        <a:solidFill>
                          <a:srgbClr val="C00000"/>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DAD6C0"/>
                    </a:solidFill>
                  </a:tcPr>
                </a:tc>
                <a:tc>
                  <a:txBody>
                    <a:bodyPr/>
                    <a:lstStyle/>
                    <a:p>
                      <a:pPr marL="0" algn="ctr" defTabSz="914400" rtl="0" eaLnBrk="1" fontAlgn="b" latinLnBrk="0" hangingPunct="1"/>
                      <a:r>
                        <a:rPr lang="es-MX" sz="800" b="0" i="0" u="none" strike="noStrike" kern="1200" noProof="0" dirty="0">
                          <a:solidFill>
                            <a:schemeClr val="tx1"/>
                          </a:solidFill>
                          <a:effectLst/>
                          <a:latin typeface="Montserrat" panose="00000500000000000000" pitchFamily="2" charset="0"/>
                          <a:ea typeface="+mn-ea"/>
                          <a:cs typeface="+mn-cs"/>
                        </a:rPr>
                        <a:t>2030</a:t>
                      </a:r>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es-MX" sz="800" b="0" i="0" u="none" strike="noStrike" dirty="0">
                          <a:solidFill>
                            <a:schemeClr val="tx1"/>
                          </a:solidFill>
                          <a:effectLst/>
                          <a:latin typeface="Montserrat" panose="00000500000000000000" pitchFamily="2" charset="0"/>
                        </a:rPr>
                        <a:t>106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es-MX" sz="800" b="0" i="0" u="none" strike="noStrike" dirty="0">
                          <a:solidFill>
                            <a:schemeClr val="tx1"/>
                          </a:solidFill>
                          <a:effectLst/>
                          <a:latin typeface="Montserrat" panose="00000500000000000000" pitchFamily="2" charset="0"/>
                        </a:rPr>
                        <a:t>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b"/>
                      <a:r>
                        <a:rPr lang="es-MX" sz="800" b="0" i="0" u="none" strike="noStrike" dirty="0">
                          <a:solidFill>
                            <a:schemeClr val="tx1"/>
                          </a:solidFill>
                          <a:effectLst/>
                          <a:latin typeface="Montserrat" panose="00000500000000000000" pitchFamily="2" charset="0"/>
                        </a:rPr>
                        <a:t>6</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35</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800" b="0" i="0" u="none" strike="noStrike" dirty="0">
                          <a:solidFill>
                            <a:schemeClr val="tx1"/>
                          </a:solidFill>
                          <a:effectLst/>
                          <a:latin typeface="Montserrat" panose="00000500000000000000" pitchFamily="2" charset="0"/>
                        </a:rPr>
                        <a:t>1,795,054</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59319516"/>
                  </a:ext>
                </a:extLst>
              </a:tr>
              <a:tr h="563520">
                <a:tc>
                  <a:txBody>
                    <a:bodyPr/>
                    <a:lstStyle/>
                    <a:p>
                      <a:pPr algn="ctr" rtl="0" fontAlgn="b"/>
                      <a:r>
                        <a:rPr lang="es-MX" sz="800" b="0" i="0" u="none" strike="noStrike" dirty="0">
                          <a:solidFill>
                            <a:schemeClr val="tx1"/>
                          </a:solidFill>
                          <a:effectLst/>
                          <a:latin typeface="Montserrat" panose="00000500000000000000" pitchFamily="2" charset="0"/>
                        </a:rPr>
                        <a:t>6</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Veracruz</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800" b="0" i="0" u="none" strike="noStrike" kern="1200" dirty="0">
                          <a:solidFill>
                            <a:schemeClr val="tx1"/>
                          </a:solidFill>
                          <a:effectLst/>
                          <a:latin typeface="Montserrat" panose="00000500000000000000" pitchFamily="2" charset="0"/>
                          <a:ea typeface="+mn-ea"/>
                          <a:cs typeface="+mn-cs"/>
                        </a:rPr>
                        <a:t>Norma Rocío Nahle García</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rtl="0" fontAlgn="b"/>
                      <a:endParaRPr lang="es-MX" sz="800" b="1" i="0" u="none" strike="noStrike" dirty="0">
                        <a:solidFill>
                          <a:srgbClr val="C00000"/>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 2030</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212</a:t>
                      </a:r>
                    </a:p>
                    <a:p>
                      <a:pPr marL="0" algn="ctr" defTabSz="914400" rtl="0" eaLnBrk="1" fontAlgn="b" latinLnBrk="0" hangingPunct="1"/>
                      <a:r>
                        <a:rPr lang="es-MX" sz="600" b="0" i="0" u="none" strike="noStrike" kern="1200" dirty="0">
                          <a:solidFill>
                            <a:schemeClr val="tx1"/>
                          </a:solidFill>
                          <a:effectLst/>
                          <a:latin typeface="Montserrat" panose="00000500000000000000" pitchFamily="2" charset="0"/>
                          <a:ea typeface="+mn-ea"/>
                          <a:cs typeface="+mn-cs"/>
                        </a:rPr>
                        <a:t>(Elección 2029)</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19</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11</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50</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800" b="0" i="0" u="none" strike="noStrike" dirty="0">
                          <a:solidFill>
                            <a:schemeClr val="tx1"/>
                          </a:solidFill>
                          <a:effectLst/>
                          <a:latin typeface="Montserrat" panose="00000500000000000000" pitchFamily="2" charset="0"/>
                        </a:rPr>
                        <a:t>6,038,898</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213556"/>
                  </a:ext>
                </a:extLst>
              </a:tr>
              <a:tr h="328992">
                <a:tc gridSpan="4">
                  <a:txBody>
                    <a:bodyPr/>
                    <a:lstStyle/>
                    <a:p>
                      <a:pPr algn="ctr" rtl="0" fontAlgn="b"/>
                      <a:endParaRPr lang="es-MX" sz="900" b="1" i="0" u="none" strike="noStrike" dirty="0">
                        <a:solidFill>
                          <a:schemeClr val="bg1"/>
                        </a:solidFill>
                        <a:effectLst/>
                        <a:latin typeface="Montserrat" panose="00000500000000000000" pitchFamily="2" charset="0"/>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rtl="0" fontAlgn="b"/>
                      <a:endParaRPr lang="es-MX" sz="1100" b="1" i="0" u="none" strike="noStrike" dirty="0">
                        <a:solidFill>
                          <a:schemeClr val="bg1"/>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l" fontAlgn="b"/>
                      <a:endParaRPr lang="es-MX" sz="1100" b="1" i="0" u="none" strike="noStrike" kern="1200" dirty="0">
                        <a:solidFill>
                          <a:schemeClr val="bg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hMerge="1">
                  <a:txBody>
                    <a:bodyPr/>
                    <a:lstStyle/>
                    <a:p>
                      <a:pPr algn="ctr" rtl="0" fontAlgn="b"/>
                      <a:endParaRPr lang="es-MX" sz="1100" b="1" i="0" u="none" strike="noStrike" dirty="0">
                        <a:solidFill>
                          <a:schemeClr val="bg1"/>
                        </a:solidFill>
                        <a:effectLst/>
                        <a:latin typeface="Montserrat" panose="00000500000000000000" pitchFamily="2" charset="0"/>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ctr"/>
                      <a:r>
                        <a:rPr lang="es-MX" sz="900" b="1" i="0" u="none" strike="noStrike" kern="1200" dirty="0">
                          <a:solidFill>
                            <a:schemeClr val="bg1"/>
                          </a:solidFill>
                          <a:effectLst/>
                          <a:latin typeface="Montserrat" panose="00000500000000000000" pitchFamily="2" charset="0"/>
                          <a:ea typeface="+mn-ea"/>
                          <a:cs typeface="+mn-cs"/>
                        </a:rPr>
                        <a:t>7</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rtl="0" fontAlgn="b"/>
                      <a:r>
                        <a:rPr lang="es-MX" sz="900" b="1" i="0" u="none" strike="noStrike" dirty="0">
                          <a:solidFill>
                            <a:schemeClr val="bg1"/>
                          </a:solidFill>
                          <a:effectLst/>
                          <a:latin typeface="Montserrat" panose="00000500000000000000" pitchFamily="2" charset="0"/>
                        </a:rPr>
                        <a:t>423</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b"/>
                      <a:r>
                        <a:rPr lang="es-MX" sz="900" b="1" i="0" u="none" strike="noStrike" kern="1200" dirty="0">
                          <a:solidFill>
                            <a:schemeClr val="bg1"/>
                          </a:solidFill>
                          <a:effectLst/>
                          <a:latin typeface="Montserrat" panose="00000500000000000000" pitchFamily="2" charset="0"/>
                          <a:ea typeface="+mn-ea"/>
                          <a:cs typeface="+mn-cs"/>
                        </a:rPr>
                        <a:t>60</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b"/>
                      <a:r>
                        <a:rPr lang="es-MX" sz="900" b="1" i="0" u="none" strike="noStrike" kern="1200" dirty="0">
                          <a:solidFill>
                            <a:schemeClr val="bg1"/>
                          </a:solidFill>
                          <a:effectLst/>
                          <a:latin typeface="Montserrat" panose="00000500000000000000" pitchFamily="2" charset="0"/>
                          <a:ea typeface="+mn-ea"/>
                          <a:cs typeface="+mn-cs"/>
                        </a:rPr>
                        <a:t>41</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b"/>
                      <a:r>
                        <a:rPr lang="es-MX" sz="900" b="1" i="0" u="none" strike="noStrike" kern="1200" dirty="0">
                          <a:solidFill>
                            <a:schemeClr val="bg1"/>
                          </a:solidFill>
                          <a:effectLst/>
                          <a:latin typeface="Montserrat" panose="00000500000000000000" pitchFamily="2" charset="0"/>
                          <a:ea typeface="+mn-ea"/>
                          <a:cs typeface="+mn-cs"/>
                        </a:rPr>
                        <a:t>262</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fontAlgn="b"/>
                      <a:r>
                        <a:rPr lang="es-MX" sz="900" b="1" i="0" u="none" strike="noStrike" kern="1200" dirty="0">
                          <a:solidFill>
                            <a:schemeClr val="bg1"/>
                          </a:solidFill>
                          <a:effectLst/>
                          <a:latin typeface="Montserrat" panose="00000500000000000000" pitchFamily="2" charset="0"/>
                          <a:ea typeface="+mn-ea"/>
                          <a:cs typeface="+mn-cs"/>
                        </a:rPr>
                        <a:t>19,023,529</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977709173"/>
                  </a:ext>
                </a:extLst>
              </a:tr>
            </a:tbl>
          </a:graphicData>
        </a:graphic>
      </p:graphicFrame>
      <p:sp>
        <p:nvSpPr>
          <p:cNvPr id="6" name="Rectángulo 5">
            <a:extLst>
              <a:ext uri="{FF2B5EF4-FFF2-40B4-BE49-F238E27FC236}">
                <a16:creationId xmlns:a16="http://schemas.microsoft.com/office/drawing/2014/main" id="{6E5EFA37-1B1C-A92D-0F7C-92C307B7C8C3}"/>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C968165E-38DE-E62F-7567-67BEE4FC6B2A}"/>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¿Qué se juega?</a:t>
            </a:r>
          </a:p>
        </p:txBody>
      </p:sp>
      <p:cxnSp>
        <p:nvCxnSpPr>
          <p:cNvPr id="9" name="Conector recto 8">
            <a:extLst>
              <a:ext uri="{FF2B5EF4-FFF2-40B4-BE49-F238E27FC236}">
                <a16:creationId xmlns:a16="http://schemas.microsoft.com/office/drawing/2014/main" id="{55F866BB-F9B7-483A-32B9-18C70FD2B2EB}"/>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8E50D08F-F09D-E0A5-B3B3-979DB38DDF87}"/>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770963E2-C9B7-DEDC-393F-601FEF71EE74}"/>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51939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1DFA6-AB3B-52CB-05BE-CD70E758BF7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EA1C2B7A-30C2-AD7E-5770-B00E47EFCB94}"/>
              </a:ext>
            </a:extLst>
          </p:cNvPr>
          <p:cNvSpPr txBox="1"/>
          <p:nvPr/>
        </p:nvSpPr>
        <p:spPr>
          <a:xfrm>
            <a:off x="412440" y="2514600"/>
            <a:ext cx="4371909"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MUNICIPIOS PRIORITARIOS</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C3</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280990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3F34C51-DA1A-5D7A-0437-09B10183643D}"/>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7890EAA5-ACFB-B229-3392-1B8CEA21BE6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E83E6725-5F63-5F1A-F73D-7464D36A8C3D}"/>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19EDE083-761F-90C2-1AFD-97FADF633863}"/>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B3994492-089E-776C-5AB2-B19BB585715D}"/>
              </a:ext>
            </a:extLst>
          </p:cNvPr>
          <p:cNvSpPr txBox="1"/>
          <p:nvPr/>
        </p:nvSpPr>
        <p:spPr>
          <a:xfrm>
            <a:off x="473918" y="1056049"/>
            <a:ext cx="2503299"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BLOQUE 1: YUCATÁN</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graphicFrame>
        <p:nvGraphicFramePr>
          <p:cNvPr id="17" name="Tabla 16">
            <a:extLst>
              <a:ext uri="{FF2B5EF4-FFF2-40B4-BE49-F238E27FC236}">
                <a16:creationId xmlns:a16="http://schemas.microsoft.com/office/drawing/2014/main" id="{4C0CC3F3-071B-2C49-D786-551586E1FC94}"/>
              </a:ext>
            </a:extLst>
          </p:cNvPr>
          <p:cNvGraphicFramePr>
            <a:graphicFrameLocks noGrp="1"/>
          </p:cNvGraphicFramePr>
          <p:nvPr>
            <p:extLst>
              <p:ext uri="{D42A27DB-BD31-4B8C-83A1-F6EECF244321}">
                <p14:modId xmlns:p14="http://schemas.microsoft.com/office/powerpoint/2010/main" val="103838276"/>
              </p:ext>
            </p:extLst>
          </p:nvPr>
        </p:nvGraphicFramePr>
        <p:xfrm>
          <a:off x="564228" y="1349581"/>
          <a:ext cx="6131326" cy="3190876"/>
        </p:xfrm>
        <a:graphic>
          <a:graphicData uri="http://schemas.openxmlformats.org/drawingml/2006/table">
            <a:tbl>
              <a:tblPr/>
              <a:tblGrid>
                <a:gridCol w="1478304">
                  <a:extLst>
                    <a:ext uri="{9D8B030D-6E8A-4147-A177-3AD203B41FA5}">
                      <a16:colId xmlns:a16="http://schemas.microsoft.com/office/drawing/2014/main" val="1781085697"/>
                    </a:ext>
                  </a:extLst>
                </a:gridCol>
                <a:gridCol w="751269">
                  <a:extLst>
                    <a:ext uri="{9D8B030D-6E8A-4147-A177-3AD203B41FA5}">
                      <a16:colId xmlns:a16="http://schemas.microsoft.com/office/drawing/2014/main" val="1143485380"/>
                    </a:ext>
                  </a:extLst>
                </a:gridCol>
                <a:gridCol w="1381366">
                  <a:extLst>
                    <a:ext uri="{9D8B030D-6E8A-4147-A177-3AD203B41FA5}">
                      <a16:colId xmlns:a16="http://schemas.microsoft.com/office/drawing/2014/main" val="3902550330"/>
                    </a:ext>
                  </a:extLst>
                </a:gridCol>
                <a:gridCol w="1381366">
                  <a:extLst>
                    <a:ext uri="{9D8B030D-6E8A-4147-A177-3AD203B41FA5}">
                      <a16:colId xmlns:a16="http://schemas.microsoft.com/office/drawing/2014/main" val="2187094927"/>
                    </a:ext>
                  </a:extLst>
                </a:gridCol>
                <a:gridCol w="605862">
                  <a:extLst>
                    <a:ext uri="{9D8B030D-6E8A-4147-A177-3AD203B41FA5}">
                      <a16:colId xmlns:a16="http://schemas.microsoft.com/office/drawing/2014/main" val="3883626301"/>
                    </a:ext>
                  </a:extLst>
                </a:gridCol>
                <a:gridCol w="533159">
                  <a:extLst>
                    <a:ext uri="{9D8B030D-6E8A-4147-A177-3AD203B41FA5}">
                      <a16:colId xmlns:a16="http://schemas.microsoft.com/office/drawing/2014/main" val="12344919"/>
                    </a:ext>
                  </a:extLst>
                </a:gridCol>
              </a:tblGrid>
              <a:tr h="282736">
                <a:tc>
                  <a:txBody>
                    <a:bodyPr/>
                    <a:lstStyle/>
                    <a:p>
                      <a:pPr algn="ctr" fontAlgn="ctr">
                        <a:buNone/>
                      </a:pPr>
                      <a:r>
                        <a:rPr lang="es-MX" sz="600" b="0" i="0" u="none" strike="noStrike" dirty="0">
                          <a:solidFill>
                            <a:srgbClr val="FFFFFF"/>
                          </a:solidFill>
                          <a:effectLst/>
                          <a:latin typeface="Montserrat" panose="00000500000000000000" pitchFamily="2" charset="0"/>
                        </a:rPr>
                        <a:t>MUNICIPIO</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GOBIERNA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LN 2026</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VOTOS ELECCIÓN GOB 2024</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800" b="1" i="0" u="none" strike="noStrike" dirty="0">
                          <a:solidFill>
                            <a:srgbClr val="FFFFFF"/>
                          </a:solidFill>
                          <a:effectLst/>
                          <a:latin typeface="Montserrat" panose="00000500000000000000" pitchFamily="2" charset="0"/>
                        </a:rPr>
                        <a:t>11 </a:t>
                      </a:r>
                      <a:r>
                        <a:rPr lang="es-MX" sz="600" b="0" i="0" u="none" strike="noStrike" dirty="0">
                          <a:solidFill>
                            <a:srgbClr val="FFFFFF"/>
                          </a:solidFill>
                          <a:effectLst/>
                          <a:latin typeface="Montserrat" panose="00000500000000000000" pitchFamily="2" charset="0"/>
                        </a:rPr>
                        <a:t>/ 106</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CA270"/>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857514480"/>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MÉRIDA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44.54%</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41.29%</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4032430263"/>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KANASIN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5.27%</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3.83%</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4204918311"/>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VALLADOLID</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3.48%</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3.41%</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204567211"/>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TIZIMÍN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PVEM</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2906D"/>
                    </a:solidFill>
                  </a:tcPr>
                </a:tc>
                <a:tc>
                  <a:txBody>
                    <a:bodyPr/>
                    <a:lstStyle/>
                    <a:p>
                      <a:pPr algn="ctr" fontAlgn="ctr">
                        <a:buNone/>
                      </a:pPr>
                      <a:r>
                        <a:rPr lang="es-MX" sz="600" b="0" i="0" u="none" strike="noStrike">
                          <a:solidFill>
                            <a:srgbClr val="000000"/>
                          </a:solidFill>
                          <a:effectLst/>
                          <a:latin typeface="Montserrat" panose="00000500000000000000" pitchFamily="2" charset="0"/>
                        </a:rPr>
                        <a:t>3.32%</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3.50%</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1837274611"/>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UMÁN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2.91%</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2.53%</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2930777815"/>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PROGRESO</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2.79%</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2.30%</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876460438"/>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TEKAX</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1.82%</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1.74%</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3535645464"/>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TICUL</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1.69%</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1.85%</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975362465"/>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MOTUL</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1.59%</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1.47%</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863975870"/>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CHEMAX</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1.50%</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1.53%</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3484625581"/>
                  </a:ext>
                </a:extLst>
              </a:tr>
              <a:tr h="242345">
                <a:tc>
                  <a:txBody>
                    <a:bodyPr/>
                    <a:lstStyle/>
                    <a:p>
                      <a:pPr algn="ctr" fontAlgn="ctr">
                        <a:buNone/>
                      </a:pPr>
                      <a:r>
                        <a:rPr lang="es-MX" sz="600" b="0" i="0" u="none" strike="noStrike">
                          <a:solidFill>
                            <a:srgbClr val="000000"/>
                          </a:solidFill>
                          <a:effectLst/>
                          <a:latin typeface="Montserrat" panose="00000500000000000000" pitchFamily="2" charset="0"/>
                        </a:rPr>
                        <a:t>HUNUCMÁ</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PAN</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90AE"/>
                    </a:solidFill>
                  </a:tcPr>
                </a:tc>
                <a:tc>
                  <a:txBody>
                    <a:bodyPr/>
                    <a:lstStyle/>
                    <a:p>
                      <a:pPr algn="ctr" fontAlgn="ctr">
                        <a:buNone/>
                      </a:pPr>
                      <a:r>
                        <a:rPr lang="es-MX" sz="600" b="0" i="0" u="none" strike="noStrike">
                          <a:solidFill>
                            <a:srgbClr val="000000"/>
                          </a:solidFill>
                          <a:effectLst/>
                          <a:latin typeface="Montserrat" panose="00000500000000000000" pitchFamily="2" charset="0"/>
                        </a:rPr>
                        <a:t>1.48%</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1.56%</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1225565780"/>
                  </a:ext>
                </a:extLst>
              </a:tr>
              <a:tr h="242345">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a:noFill/>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r>
                        <a:rPr lang="es-MX" sz="600" b="1" i="0" u="none" strike="noStrike">
                          <a:solidFill>
                            <a:srgbClr val="000000"/>
                          </a:solidFill>
                          <a:effectLst/>
                          <a:latin typeface="Montserrat" panose="00000500000000000000" pitchFamily="2" charset="0"/>
                        </a:rPr>
                        <a:t>70.39%</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1" i="0" u="none" strike="noStrike" dirty="0">
                          <a:solidFill>
                            <a:srgbClr val="000000"/>
                          </a:solidFill>
                          <a:effectLst/>
                          <a:latin typeface="Montserrat" panose="00000500000000000000" pitchFamily="2" charset="0"/>
                        </a:rPr>
                        <a:t>65.01%</a:t>
                      </a:r>
                    </a:p>
                  </a:txBody>
                  <a:tcPr marL="3030" marR="3030" marT="303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30" marR="3030" marT="3030" marB="0" anchor="ctr">
                    <a:lnL w="6350" cap="flat" cmpd="sng" algn="ctr">
                      <a:solidFill>
                        <a:srgbClr val="BFBFBF"/>
                      </a:solidFill>
                      <a:prstDash val="solid"/>
                      <a:round/>
                      <a:headEnd type="none" w="med" len="med"/>
                      <a:tailEnd type="none" w="med" len="med"/>
                    </a:lnL>
                    <a:lnR>
                      <a:noFill/>
                    </a:lnR>
                    <a:lnT>
                      <a:noFill/>
                    </a:lnT>
                    <a:lnB>
                      <a:noFill/>
                    </a:lnB>
                    <a:noFill/>
                  </a:tcPr>
                </a:tc>
                <a:tc>
                  <a:txBody>
                    <a:bodyPr/>
                    <a:lstStyle/>
                    <a:p>
                      <a:pPr algn="l" fontAlgn="ctr">
                        <a:buNone/>
                      </a:pPr>
                      <a:endParaRPr lang="es-MX" sz="600" b="0" i="0" u="none" strike="noStrike" dirty="0">
                        <a:solidFill>
                          <a:srgbClr val="000000"/>
                        </a:solidFill>
                        <a:effectLst/>
                        <a:latin typeface="Montserrat" panose="00000500000000000000" pitchFamily="2" charset="0"/>
                      </a:endParaRPr>
                    </a:p>
                  </a:txBody>
                  <a:tcPr marL="3030" marR="3030" marT="3030" marB="0" anchor="ctr">
                    <a:lnL>
                      <a:noFill/>
                    </a:lnL>
                    <a:lnR>
                      <a:noFill/>
                    </a:lnR>
                    <a:lnT>
                      <a:noFill/>
                    </a:lnT>
                    <a:lnB>
                      <a:noFill/>
                    </a:lnB>
                    <a:noFill/>
                  </a:tcPr>
                </a:tc>
                <a:extLst>
                  <a:ext uri="{0D108BD9-81ED-4DB2-BD59-A6C34878D82A}">
                    <a16:rowId xmlns:a16="http://schemas.microsoft.com/office/drawing/2014/main" val="4091817015"/>
                  </a:ext>
                </a:extLst>
              </a:tr>
            </a:tbl>
          </a:graphicData>
        </a:graphic>
      </p:graphicFrame>
      <p:sp>
        <p:nvSpPr>
          <p:cNvPr id="3" name="CuadroTexto 2">
            <a:extLst>
              <a:ext uri="{FF2B5EF4-FFF2-40B4-BE49-F238E27FC236}">
                <a16:creationId xmlns:a16="http://schemas.microsoft.com/office/drawing/2014/main" id="{7B89269D-C4B5-2598-CD73-D459A355CA64}"/>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12968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ED8B6-F89F-7AF3-62DE-DA1277F05E89}"/>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B2F29364-A7C4-A3CF-703C-F69DDFD85EAA}"/>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F758F4E7-BD26-3B44-3018-7A6915EC1A6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93A4B117-A1C0-40C1-B929-49914918F258}"/>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C14C2DE-2B62-5B7F-35FE-D0A3A1FD060C}"/>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7B22F04B-456C-5B05-1AC0-D85EB8BC53A7}"/>
              </a:ext>
            </a:extLst>
          </p:cNvPr>
          <p:cNvSpPr txBox="1"/>
          <p:nvPr/>
        </p:nvSpPr>
        <p:spPr>
          <a:xfrm>
            <a:off x="473918" y="1056049"/>
            <a:ext cx="2173942"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BLOQUE 1: CAMPECHE</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graphicFrame>
        <p:nvGraphicFramePr>
          <p:cNvPr id="2" name="Tabla 1">
            <a:extLst>
              <a:ext uri="{FF2B5EF4-FFF2-40B4-BE49-F238E27FC236}">
                <a16:creationId xmlns:a16="http://schemas.microsoft.com/office/drawing/2014/main" id="{FCD90E88-E105-8562-1E74-5CC722286F9E}"/>
              </a:ext>
            </a:extLst>
          </p:cNvPr>
          <p:cNvGraphicFramePr>
            <a:graphicFrameLocks noGrp="1"/>
          </p:cNvGraphicFramePr>
          <p:nvPr>
            <p:extLst>
              <p:ext uri="{D42A27DB-BD31-4B8C-83A1-F6EECF244321}">
                <p14:modId xmlns:p14="http://schemas.microsoft.com/office/powerpoint/2010/main" val="1285319573"/>
              </p:ext>
            </p:extLst>
          </p:nvPr>
        </p:nvGraphicFramePr>
        <p:xfrm>
          <a:off x="564229" y="1343571"/>
          <a:ext cx="5594116" cy="1740888"/>
        </p:xfrm>
        <a:graphic>
          <a:graphicData uri="http://schemas.openxmlformats.org/drawingml/2006/table">
            <a:tbl>
              <a:tblPr/>
              <a:tblGrid>
                <a:gridCol w="1477234">
                  <a:extLst>
                    <a:ext uri="{9D8B030D-6E8A-4147-A177-3AD203B41FA5}">
                      <a16:colId xmlns:a16="http://schemas.microsoft.com/office/drawing/2014/main" val="423708916"/>
                    </a:ext>
                  </a:extLst>
                </a:gridCol>
                <a:gridCol w="750726">
                  <a:extLst>
                    <a:ext uri="{9D8B030D-6E8A-4147-A177-3AD203B41FA5}">
                      <a16:colId xmlns:a16="http://schemas.microsoft.com/office/drawing/2014/main" val="2771421278"/>
                    </a:ext>
                  </a:extLst>
                </a:gridCol>
                <a:gridCol w="1380366">
                  <a:extLst>
                    <a:ext uri="{9D8B030D-6E8A-4147-A177-3AD203B41FA5}">
                      <a16:colId xmlns:a16="http://schemas.microsoft.com/office/drawing/2014/main" val="273684430"/>
                    </a:ext>
                  </a:extLst>
                </a:gridCol>
                <a:gridCol w="1380366">
                  <a:extLst>
                    <a:ext uri="{9D8B030D-6E8A-4147-A177-3AD203B41FA5}">
                      <a16:colId xmlns:a16="http://schemas.microsoft.com/office/drawing/2014/main" val="3423223359"/>
                    </a:ext>
                  </a:extLst>
                </a:gridCol>
                <a:gridCol w="605424">
                  <a:extLst>
                    <a:ext uri="{9D8B030D-6E8A-4147-A177-3AD203B41FA5}">
                      <a16:colId xmlns:a16="http://schemas.microsoft.com/office/drawing/2014/main" val="2004654034"/>
                    </a:ext>
                  </a:extLst>
                </a:gridCol>
              </a:tblGrid>
              <a:tr h="290148">
                <a:tc>
                  <a:txBody>
                    <a:bodyPr/>
                    <a:lstStyle/>
                    <a:p>
                      <a:pPr algn="ctr" fontAlgn="ctr">
                        <a:buNone/>
                      </a:pPr>
                      <a:r>
                        <a:rPr lang="es-MX" sz="600" b="0" i="0" u="none" strike="noStrike" dirty="0">
                          <a:solidFill>
                            <a:srgbClr val="FFFFFF"/>
                          </a:solidFill>
                          <a:effectLst/>
                          <a:latin typeface="Montserrat" panose="00000500000000000000" pitchFamily="2" charset="0"/>
                        </a:rPr>
                        <a:t>MUNICIPIO</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GOBIERNA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LN 2026</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VOTOS ELECCIÓN GOB 2021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900" b="1" i="0" u="none" strike="noStrike" dirty="0">
                          <a:solidFill>
                            <a:srgbClr val="FFFFFF"/>
                          </a:solidFill>
                          <a:effectLst/>
                          <a:latin typeface="Montserrat" panose="00000500000000000000" pitchFamily="2" charset="0"/>
                        </a:rPr>
                        <a:t>4 </a:t>
                      </a:r>
                      <a:r>
                        <a:rPr lang="es-MX" sz="600" b="0" i="0" u="none" strike="noStrike" dirty="0">
                          <a:solidFill>
                            <a:srgbClr val="FFFFFF"/>
                          </a:solidFill>
                          <a:effectLst/>
                          <a:latin typeface="Montserrat" panose="00000500000000000000" pitchFamily="2" charset="0"/>
                        </a:rPr>
                        <a:t>/ 13</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CA270"/>
                    </a:solidFill>
                  </a:tcPr>
                </a:tc>
                <a:extLst>
                  <a:ext uri="{0D108BD9-81ED-4DB2-BD59-A6C34878D82A}">
                    <a16:rowId xmlns:a16="http://schemas.microsoft.com/office/drawing/2014/main" val="345056453"/>
                  </a:ext>
                </a:extLst>
              </a:tr>
              <a:tr h="290148">
                <a:tc>
                  <a:txBody>
                    <a:bodyPr/>
                    <a:lstStyle/>
                    <a:p>
                      <a:pPr algn="ctr" fontAlgn="ctr">
                        <a:buNone/>
                      </a:pPr>
                      <a:r>
                        <a:rPr lang="es-MX" sz="600" b="0" i="0" u="none" strike="noStrike" dirty="0">
                          <a:solidFill>
                            <a:srgbClr val="000000"/>
                          </a:solidFill>
                          <a:effectLst/>
                          <a:latin typeface="Montserrat" panose="00000500000000000000" pitchFamily="2" charset="0"/>
                        </a:rPr>
                        <a:t>CAMPECHE</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MC</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9A54"/>
                    </a:solidFill>
                  </a:tcPr>
                </a:tc>
                <a:tc>
                  <a:txBody>
                    <a:bodyPr/>
                    <a:lstStyle/>
                    <a:p>
                      <a:pPr algn="ctr" fontAlgn="ctr">
                        <a:buNone/>
                      </a:pPr>
                      <a:r>
                        <a:rPr lang="es-MX" sz="600" b="0" i="0" u="none" strike="noStrike">
                          <a:solidFill>
                            <a:srgbClr val="000000"/>
                          </a:solidFill>
                          <a:effectLst/>
                          <a:latin typeface="Montserrat" panose="00000500000000000000" pitchFamily="2" charset="0"/>
                        </a:rPr>
                        <a:t>31.21%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32.14%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8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3518408968"/>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CARMEN</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36.96%</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23.24%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8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81201072"/>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CHAMPOTÓN</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8.49%</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8.27%</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8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394916219"/>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ESCÁRCEGA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6.48%</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6.14%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8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044942026"/>
                  </a:ext>
                </a:extLst>
              </a:tr>
              <a:tr h="290148">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a:noFill/>
                    </a:lnL>
                    <a:lnR>
                      <a:noFill/>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r>
                        <a:rPr lang="es-MX" sz="600" b="1" i="0" u="none" strike="noStrike">
                          <a:solidFill>
                            <a:srgbClr val="000000"/>
                          </a:solidFill>
                          <a:effectLst/>
                          <a:latin typeface="Montserrat" panose="00000500000000000000" pitchFamily="2" charset="0"/>
                        </a:rPr>
                        <a:t>83.14%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1" i="0" u="none" strike="noStrike" dirty="0">
                          <a:solidFill>
                            <a:srgbClr val="000000"/>
                          </a:solidFill>
                          <a:effectLst/>
                          <a:latin typeface="Montserrat" panose="00000500000000000000" pitchFamily="2" charset="0"/>
                        </a:rPr>
                        <a:t>69.79%</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800" b="0" i="0" u="none" strike="noStrike" dirty="0">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334622130"/>
                  </a:ext>
                </a:extLst>
              </a:tr>
            </a:tbl>
          </a:graphicData>
        </a:graphic>
      </p:graphicFrame>
      <p:sp>
        <p:nvSpPr>
          <p:cNvPr id="4" name="CuadroTexto 3">
            <a:extLst>
              <a:ext uri="{FF2B5EF4-FFF2-40B4-BE49-F238E27FC236}">
                <a16:creationId xmlns:a16="http://schemas.microsoft.com/office/drawing/2014/main" id="{96B9FF4E-A119-41C3-0747-5140E9A4BA48}"/>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57453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4BB9-85BE-8F45-BC1E-81304D92BAAA}"/>
            </a:ext>
          </a:extLst>
        </p:cNvPr>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EFA532DC-7E39-B90C-07C0-F820D0700955}"/>
              </a:ext>
            </a:extLst>
          </p:cNvPr>
          <p:cNvGraphicFramePr>
            <a:graphicFrameLocks noGrp="1"/>
          </p:cNvGraphicFramePr>
          <p:nvPr>
            <p:extLst>
              <p:ext uri="{D42A27DB-BD31-4B8C-83A1-F6EECF244321}">
                <p14:modId xmlns:p14="http://schemas.microsoft.com/office/powerpoint/2010/main" val="4248855835"/>
              </p:ext>
            </p:extLst>
          </p:nvPr>
        </p:nvGraphicFramePr>
        <p:xfrm>
          <a:off x="564229" y="1343571"/>
          <a:ext cx="5594116" cy="2031036"/>
        </p:xfrm>
        <a:graphic>
          <a:graphicData uri="http://schemas.openxmlformats.org/drawingml/2006/table">
            <a:tbl>
              <a:tblPr/>
              <a:tblGrid>
                <a:gridCol w="1477234">
                  <a:extLst>
                    <a:ext uri="{9D8B030D-6E8A-4147-A177-3AD203B41FA5}">
                      <a16:colId xmlns:a16="http://schemas.microsoft.com/office/drawing/2014/main" val="2957105014"/>
                    </a:ext>
                  </a:extLst>
                </a:gridCol>
                <a:gridCol w="750726">
                  <a:extLst>
                    <a:ext uri="{9D8B030D-6E8A-4147-A177-3AD203B41FA5}">
                      <a16:colId xmlns:a16="http://schemas.microsoft.com/office/drawing/2014/main" val="1549261878"/>
                    </a:ext>
                  </a:extLst>
                </a:gridCol>
                <a:gridCol w="1380366">
                  <a:extLst>
                    <a:ext uri="{9D8B030D-6E8A-4147-A177-3AD203B41FA5}">
                      <a16:colId xmlns:a16="http://schemas.microsoft.com/office/drawing/2014/main" val="920291954"/>
                    </a:ext>
                  </a:extLst>
                </a:gridCol>
                <a:gridCol w="1380366">
                  <a:extLst>
                    <a:ext uri="{9D8B030D-6E8A-4147-A177-3AD203B41FA5}">
                      <a16:colId xmlns:a16="http://schemas.microsoft.com/office/drawing/2014/main" val="3187014003"/>
                    </a:ext>
                  </a:extLst>
                </a:gridCol>
                <a:gridCol w="605424">
                  <a:extLst>
                    <a:ext uri="{9D8B030D-6E8A-4147-A177-3AD203B41FA5}">
                      <a16:colId xmlns:a16="http://schemas.microsoft.com/office/drawing/2014/main" val="4245671541"/>
                    </a:ext>
                  </a:extLst>
                </a:gridCol>
              </a:tblGrid>
              <a:tr h="290148">
                <a:tc>
                  <a:txBody>
                    <a:bodyPr/>
                    <a:lstStyle/>
                    <a:p>
                      <a:pPr algn="ctr" fontAlgn="ctr">
                        <a:buNone/>
                      </a:pPr>
                      <a:r>
                        <a:rPr lang="es-MX" sz="600" b="0" i="0" u="none" strike="noStrike">
                          <a:solidFill>
                            <a:srgbClr val="FFFFFF"/>
                          </a:solidFill>
                          <a:effectLst/>
                          <a:latin typeface="Montserrat" panose="00000500000000000000" pitchFamily="2" charset="0"/>
                        </a:rPr>
                        <a:t>MUNICIPIO</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GOBIERNA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LN 2026</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VOTOS ELECCIÓN GOB 2021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800" b="1" i="0" u="none" strike="noStrike" dirty="0">
                          <a:solidFill>
                            <a:srgbClr val="FFFFFF"/>
                          </a:solidFill>
                          <a:effectLst/>
                          <a:latin typeface="Montserrat" panose="00000500000000000000" pitchFamily="2" charset="0"/>
                        </a:rPr>
                        <a:t>5</a:t>
                      </a:r>
                      <a:r>
                        <a:rPr lang="es-MX" sz="600" b="1" i="0" u="none" strike="noStrike" dirty="0">
                          <a:solidFill>
                            <a:srgbClr val="FFFFFF"/>
                          </a:solidFill>
                          <a:effectLst/>
                          <a:latin typeface="Montserrat" panose="00000500000000000000" pitchFamily="2" charset="0"/>
                        </a:rPr>
                        <a:t> </a:t>
                      </a:r>
                      <a:r>
                        <a:rPr lang="es-MX" sz="600" b="0" i="0" u="none" strike="noStrike" dirty="0">
                          <a:solidFill>
                            <a:srgbClr val="FFFFFF"/>
                          </a:solidFill>
                          <a:effectLst/>
                          <a:latin typeface="Montserrat" panose="00000500000000000000" pitchFamily="2" charset="0"/>
                        </a:rPr>
                        <a:t>/ 11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CA270"/>
                    </a:solidFill>
                  </a:tcPr>
                </a:tc>
                <a:extLst>
                  <a:ext uri="{0D108BD9-81ED-4DB2-BD59-A6C34878D82A}">
                    <a16:rowId xmlns:a16="http://schemas.microsoft.com/office/drawing/2014/main" val="2231448047"/>
                  </a:ext>
                </a:extLst>
              </a:tr>
              <a:tr h="290148">
                <a:tc>
                  <a:txBody>
                    <a:bodyPr/>
                    <a:lstStyle/>
                    <a:p>
                      <a:pPr algn="ctr" fontAlgn="ctr">
                        <a:buNone/>
                      </a:pPr>
                      <a:r>
                        <a:rPr lang="es-MX" sz="600" b="0" i="0" u="none" strike="noStrike" dirty="0">
                          <a:solidFill>
                            <a:srgbClr val="000000"/>
                          </a:solidFill>
                          <a:effectLst/>
                          <a:latin typeface="Montserrat" panose="00000500000000000000" pitchFamily="2" charset="0"/>
                        </a:rPr>
                        <a:t>BENITO JUÁREZ (CANCÚN)</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47.74%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42.50%</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891457576"/>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SOLIDARIDAD (PLAYA DEL CARMEN)</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18.14%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13.17%</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365575390"/>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OTHÓN P. BLANCO</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12.10%</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13.78%</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74404601"/>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COZUMEL</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5.01%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6.24%</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91759822"/>
                  </a:ext>
                </a:extLst>
              </a:tr>
              <a:tr h="290148">
                <a:tc>
                  <a:txBody>
                    <a:bodyPr/>
                    <a:lstStyle/>
                    <a:p>
                      <a:pPr algn="ctr" fontAlgn="ctr">
                        <a:buNone/>
                      </a:pPr>
                      <a:r>
                        <a:rPr lang="es-MX" sz="600" b="0" i="0" u="none" strike="noStrike">
                          <a:solidFill>
                            <a:srgbClr val="000000"/>
                          </a:solidFill>
                          <a:effectLst/>
                          <a:latin typeface="Montserrat" panose="00000500000000000000" pitchFamily="2" charset="0"/>
                        </a:rPr>
                        <a:t>FELIPE CARRILLO PUERTO</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4.11%</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6.37%</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54533130"/>
                  </a:ext>
                </a:extLst>
              </a:tr>
              <a:tr h="290148">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a:noFill/>
                    </a:lnL>
                    <a:lnR>
                      <a:noFill/>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627" marR="3627" marT="3627"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r>
                        <a:rPr lang="es-MX" sz="600" b="1" i="0" u="none" strike="noStrike">
                          <a:solidFill>
                            <a:srgbClr val="000000"/>
                          </a:solidFill>
                          <a:effectLst/>
                          <a:latin typeface="Montserrat" panose="00000500000000000000" pitchFamily="2" charset="0"/>
                        </a:rPr>
                        <a:t>87.10%</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1" i="0" u="none" strike="noStrike" dirty="0">
                          <a:solidFill>
                            <a:srgbClr val="000000"/>
                          </a:solidFill>
                          <a:effectLst/>
                          <a:latin typeface="Montserrat" panose="00000500000000000000" pitchFamily="2" charset="0"/>
                        </a:rPr>
                        <a:t>82.06%</a:t>
                      </a:r>
                    </a:p>
                  </a:txBody>
                  <a:tcPr marL="3627" marR="3627" marT="3627"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dirty="0">
                        <a:solidFill>
                          <a:srgbClr val="000000"/>
                        </a:solidFill>
                        <a:effectLst/>
                        <a:latin typeface="Montserrat" panose="00000500000000000000" pitchFamily="2" charset="0"/>
                      </a:endParaRPr>
                    </a:p>
                  </a:txBody>
                  <a:tcPr marL="3627" marR="3627" marT="3627"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038545717"/>
                  </a:ext>
                </a:extLst>
              </a:tr>
            </a:tbl>
          </a:graphicData>
        </a:graphic>
      </p:graphicFrame>
      <p:sp>
        <p:nvSpPr>
          <p:cNvPr id="6" name="Rectángulo 5">
            <a:extLst>
              <a:ext uri="{FF2B5EF4-FFF2-40B4-BE49-F238E27FC236}">
                <a16:creationId xmlns:a16="http://schemas.microsoft.com/office/drawing/2014/main" id="{E902A006-6D98-1435-76DE-0EFE5993CC73}"/>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DFCD501C-9A91-95CD-47FD-00D4F93D220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03F7DB8C-5F4F-1A61-6572-7CD7920D3C8A}"/>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27EF5E7B-2F4D-3721-BEEC-06CC31D034E1}"/>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9FA8F5F0-F0F5-54F5-E8BA-81F21DF3DDBF}"/>
              </a:ext>
            </a:extLst>
          </p:cNvPr>
          <p:cNvSpPr txBox="1"/>
          <p:nvPr/>
        </p:nvSpPr>
        <p:spPr>
          <a:xfrm>
            <a:off x="473918" y="1056049"/>
            <a:ext cx="2815322" cy="253916"/>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lang="es-MX" sz="1000" b="1" dirty="0">
                <a:solidFill>
                  <a:srgbClr val="860000"/>
                </a:solidFill>
                <a:latin typeface="Montserrat" panose="00000500000000000000" pitchFamily="2" charset="0"/>
                <a:ea typeface="Open Sans" pitchFamily="2" charset="0"/>
                <a:cs typeface="Open Sans" pitchFamily="2" charset="0"/>
              </a:rPr>
              <a:t>BLOQUE 1: QUINTANA ROO</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
        <p:nvSpPr>
          <p:cNvPr id="4" name="CuadroTexto 3">
            <a:extLst>
              <a:ext uri="{FF2B5EF4-FFF2-40B4-BE49-F238E27FC236}">
                <a16:creationId xmlns:a16="http://schemas.microsoft.com/office/drawing/2014/main" id="{9BE39DE8-908D-C34B-EF36-07C081842811}"/>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433552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AFCCE-F714-5F78-C6E0-4CC68DB3731C}"/>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6E2DC3B4-DAD0-351B-11F1-FAB8BDED2FF3}"/>
              </a:ext>
            </a:extLst>
          </p:cNvPr>
          <p:cNvGraphicFramePr>
            <a:graphicFrameLocks noGrp="1"/>
          </p:cNvGraphicFramePr>
          <p:nvPr>
            <p:extLst>
              <p:ext uri="{D42A27DB-BD31-4B8C-83A1-F6EECF244321}">
                <p14:modId xmlns:p14="http://schemas.microsoft.com/office/powerpoint/2010/main" val="4024280528"/>
              </p:ext>
            </p:extLst>
          </p:nvPr>
        </p:nvGraphicFramePr>
        <p:xfrm>
          <a:off x="564229" y="1337561"/>
          <a:ext cx="5594115" cy="3214990"/>
        </p:xfrm>
        <a:graphic>
          <a:graphicData uri="http://schemas.openxmlformats.org/drawingml/2006/table">
            <a:tbl>
              <a:tblPr/>
              <a:tblGrid>
                <a:gridCol w="1477234">
                  <a:extLst>
                    <a:ext uri="{9D8B030D-6E8A-4147-A177-3AD203B41FA5}">
                      <a16:colId xmlns:a16="http://schemas.microsoft.com/office/drawing/2014/main" val="945290467"/>
                    </a:ext>
                  </a:extLst>
                </a:gridCol>
                <a:gridCol w="750725">
                  <a:extLst>
                    <a:ext uri="{9D8B030D-6E8A-4147-A177-3AD203B41FA5}">
                      <a16:colId xmlns:a16="http://schemas.microsoft.com/office/drawing/2014/main" val="2529734784"/>
                    </a:ext>
                  </a:extLst>
                </a:gridCol>
                <a:gridCol w="1380366">
                  <a:extLst>
                    <a:ext uri="{9D8B030D-6E8A-4147-A177-3AD203B41FA5}">
                      <a16:colId xmlns:a16="http://schemas.microsoft.com/office/drawing/2014/main" val="3764159362"/>
                    </a:ext>
                  </a:extLst>
                </a:gridCol>
                <a:gridCol w="1380366">
                  <a:extLst>
                    <a:ext uri="{9D8B030D-6E8A-4147-A177-3AD203B41FA5}">
                      <a16:colId xmlns:a16="http://schemas.microsoft.com/office/drawing/2014/main" val="3584216016"/>
                    </a:ext>
                  </a:extLst>
                </a:gridCol>
                <a:gridCol w="605424">
                  <a:extLst>
                    <a:ext uri="{9D8B030D-6E8A-4147-A177-3AD203B41FA5}">
                      <a16:colId xmlns:a16="http://schemas.microsoft.com/office/drawing/2014/main" val="2741582431"/>
                    </a:ext>
                  </a:extLst>
                </a:gridCol>
              </a:tblGrid>
              <a:tr h="269566">
                <a:tc>
                  <a:txBody>
                    <a:bodyPr/>
                    <a:lstStyle/>
                    <a:p>
                      <a:pPr algn="ctr" fontAlgn="ctr">
                        <a:buNone/>
                      </a:pPr>
                      <a:r>
                        <a:rPr lang="es-MX" sz="600" b="0" i="0" u="none" strike="noStrike" dirty="0">
                          <a:solidFill>
                            <a:srgbClr val="FFFFFF"/>
                          </a:solidFill>
                          <a:effectLst/>
                          <a:latin typeface="Montserrat" panose="00000500000000000000" pitchFamily="2" charset="0"/>
                        </a:rPr>
                        <a:t>MUNICIPIO</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GOBIERNA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LN 2026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600" b="0" i="0" u="none" strike="noStrike">
                          <a:solidFill>
                            <a:srgbClr val="FFFFFF"/>
                          </a:solidFill>
                          <a:effectLst/>
                          <a:latin typeface="Montserrat" panose="00000500000000000000" pitchFamily="2" charset="0"/>
                        </a:rPr>
                        <a:t>% VOTOS ELECCIÓN GOB 2024</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es-MX" sz="800" b="1" i="0" u="none" strike="noStrike" dirty="0">
                          <a:solidFill>
                            <a:srgbClr val="FFFFFF"/>
                          </a:solidFill>
                          <a:effectLst/>
                          <a:latin typeface="Montserrat" panose="00000500000000000000" pitchFamily="2" charset="0"/>
                        </a:rPr>
                        <a:t>11 </a:t>
                      </a:r>
                      <a:r>
                        <a:rPr lang="es-MX" sz="600" b="0" i="0" u="none" strike="noStrike" dirty="0">
                          <a:solidFill>
                            <a:srgbClr val="FFFFFF"/>
                          </a:solidFill>
                          <a:effectLst/>
                          <a:latin typeface="Montserrat" panose="00000500000000000000" pitchFamily="2" charset="0"/>
                        </a:rPr>
                        <a:t>/ 17</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CA270"/>
                    </a:solidFill>
                  </a:tcPr>
                </a:tc>
                <a:extLst>
                  <a:ext uri="{0D108BD9-81ED-4DB2-BD59-A6C34878D82A}">
                    <a16:rowId xmlns:a16="http://schemas.microsoft.com/office/drawing/2014/main" val="3499531189"/>
                  </a:ext>
                </a:extLst>
              </a:tr>
              <a:tr h="245452">
                <a:tc>
                  <a:txBody>
                    <a:bodyPr/>
                    <a:lstStyle/>
                    <a:p>
                      <a:pPr algn="ctr" fontAlgn="ctr">
                        <a:buNone/>
                      </a:pPr>
                      <a:r>
                        <a:rPr lang="es-MX" sz="600" b="0" i="0" u="none" strike="noStrike" dirty="0">
                          <a:solidFill>
                            <a:srgbClr val="000000"/>
                          </a:solidFill>
                          <a:effectLst/>
                          <a:latin typeface="Montserrat" panose="00000500000000000000" pitchFamily="2" charset="0"/>
                        </a:rPr>
                        <a:t>CENTRO</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29.15%</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28.07%</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1649473519"/>
                  </a:ext>
                </a:extLst>
              </a:tr>
              <a:tr h="245452">
                <a:tc>
                  <a:txBody>
                    <a:bodyPr/>
                    <a:lstStyle/>
                    <a:p>
                      <a:pPr algn="ctr" fontAlgn="ctr">
                        <a:buNone/>
                      </a:pPr>
                      <a:r>
                        <a:rPr lang="es-MX" sz="600" b="0" i="0" u="none" strike="noStrike" dirty="0">
                          <a:solidFill>
                            <a:srgbClr val="000000"/>
                          </a:solidFill>
                          <a:effectLst/>
                          <a:latin typeface="Montserrat" panose="00000500000000000000" pitchFamily="2" charset="0"/>
                        </a:rPr>
                        <a:t>CÁRDENAS</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10.00%</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9.26%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328334912"/>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COMALCALCO</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9.06%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10.01%</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707048588"/>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HUIMANGUILLO</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7.51%</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7.38%</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619311846"/>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MACUSPANA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6.66%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5.64%</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78389988"/>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NACAJUCA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rgbClr val="FFFF00"/>
                          </a:solidFill>
                          <a:effectLst/>
                          <a:latin typeface="Montserrat" panose="00000500000000000000" pitchFamily="2" charset="0"/>
                        </a:rPr>
                        <a:t>PT</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97D5E"/>
                    </a:solidFill>
                  </a:tcPr>
                </a:tc>
                <a:tc>
                  <a:txBody>
                    <a:bodyPr/>
                    <a:lstStyle/>
                    <a:p>
                      <a:pPr algn="ctr" fontAlgn="ctr">
                        <a:buNone/>
                      </a:pPr>
                      <a:r>
                        <a:rPr lang="es-MX" sz="600" b="0" i="0" u="none" strike="noStrike">
                          <a:solidFill>
                            <a:srgbClr val="000000"/>
                          </a:solidFill>
                          <a:effectLst/>
                          <a:latin typeface="Montserrat" panose="00000500000000000000" pitchFamily="2" charset="0"/>
                        </a:rPr>
                        <a:t>6.07%</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6.01%</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dirty="0">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718053866"/>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CENTLA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4.43%</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ctr">
                        <a:buNone/>
                      </a:pPr>
                      <a:r>
                        <a:rPr lang="es-MX" sz="600" b="0" i="0" u="none" strike="noStrike">
                          <a:solidFill>
                            <a:srgbClr val="000000"/>
                          </a:solidFill>
                          <a:effectLst/>
                          <a:latin typeface="Montserrat" panose="00000500000000000000" pitchFamily="2" charset="0"/>
                        </a:rPr>
                        <a:t>4.61%</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662482239"/>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PARAÍSO</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MC</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9A54"/>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4.18%</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4.41%</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798094252"/>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TENOSIQUE</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FFFF00"/>
                          </a:solidFill>
                          <a:effectLst/>
                          <a:latin typeface="Montserrat" panose="00000500000000000000" pitchFamily="2" charset="0"/>
                        </a:rPr>
                        <a:t>PT</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97D5E"/>
                    </a:solidFill>
                  </a:tcPr>
                </a:tc>
                <a:tc>
                  <a:txBody>
                    <a:bodyPr/>
                    <a:lstStyle/>
                    <a:p>
                      <a:pPr algn="ctr" fontAlgn="ctr">
                        <a:buNone/>
                      </a:pPr>
                      <a:r>
                        <a:rPr lang="es-MX" sz="600" b="0" i="0" u="none" strike="noStrike" dirty="0">
                          <a:solidFill>
                            <a:srgbClr val="000000"/>
                          </a:solidFill>
                          <a:effectLst/>
                          <a:latin typeface="Montserrat" panose="00000500000000000000" pitchFamily="2" charset="0"/>
                        </a:rPr>
                        <a:t>2.56%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a:solidFill>
                            <a:srgbClr val="000000"/>
                          </a:solidFill>
                          <a:effectLst/>
                          <a:latin typeface="Montserrat" panose="00000500000000000000" pitchFamily="2" charset="0"/>
                        </a:rPr>
                        <a:t>2.57%</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886885333"/>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BALANCÁN</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2.43%</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2.60%</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02714601"/>
                  </a:ext>
                </a:extLst>
              </a:tr>
              <a:tr h="245452">
                <a:tc>
                  <a:txBody>
                    <a:bodyPr/>
                    <a:lstStyle/>
                    <a:p>
                      <a:pPr algn="ctr" fontAlgn="ctr">
                        <a:buNone/>
                      </a:pPr>
                      <a:r>
                        <a:rPr lang="es-MX" sz="600" b="0" i="0" u="none" strike="noStrike">
                          <a:solidFill>
                            <a:srgbClr val="000000"/>
                          </a:solidFill>
                          <a:effectLst/>
                          <a:latin typeface="Montserrat" panose="00000500000000000000" pitchFamily="2" charset="0"/>
                        </a:rPr>
                        <a:t>TEAPA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chemeClr val="bg1"/>
                          </a:solidFill>
                          <a:effectLst/>
                          <a:latin typeface="Montserrat" panose="00000500000000000000" pitchFamily="2" charset="0"/>
                        </a:rPr>
                        <a:t>MORENA</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66666"/>
                    </a:solidFill>
                  </a:tcPr>
                </a:tc>
                <a:tc>
                  <a:txBody>
                    <a:bodyPr/>
                    <a:lstStyle/>
                    <a:p>
                      <a:pPr algn="ctr" fontAlgn="ctr">
                        <a:buNone/>
                      </a:pPr>
                      <a:r>
                        <a:rPr lang="es-MX" sz="600" b="0" i="0" u="none" strike="noStrike">
                          <a:solidFill>
                            <a:srgbClr val="000000"/>
                          </a:solidFill>
                          <a:effectLst/>
                          <a:latin typeface="Montserrat" panose="00000500000000000000" pitchFamily="2" charset="0"/>
                        </a:rPr>
                        <a:t>2.32%</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0" i="0" u="none" strike="noStrike" dirty="0">
                          <a:solidFill>
                            <a:srgbClr val="000000"/>
                          </a:solidFill>
                          <a:effectLst/>
                          <a:latin typeface="Montserrat" panose="00000500000000000000" pitchFamily="2" charset="0"/>
                        </a:rPr>
                        <a:t>2.20%</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41978023"/>
                  </a:ext>
                </a:extLst>
              </a:tr>
              <a:tr h="245452">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a:noFill/>
                    </a:lnL>
                    <a:lnR>
                      <a:noFill/>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endParaRPr lang="es-MX" sz="600" b="0" i="0" u="none" strike="noStrike">
                        <a:solidFill>
                          <a:srgbClr val="000000"/>
                        </a:solidFill>
                        <a:effectLst/>
                        <a:latin typeface="Montserrat" panose="00000500000000000000" pitchFamily="2" charset="0"/>
                      </a:endParaRPr>
                    </a:p>
                  </a:txBody>
                  <a:tcPr marL="3068" marR="3068" marT="3068"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noFill/>
                  </a:tcPr>
                </a:tc>
                <a:tc>
                  <a:txBody>
                    <a:bodyPr/>
                    <a:lstStyle/>
                    <a:p>
                      <a:pPr algn="ctr" fontAlgn="ctr">
                        <a:buNone/>
                      </a:pPr>
                      <a:r>
                        <a:rPr lang="es-MX" sz="600" b="1" i="0" u="none" strike="noStrike">
                          <a:solidFill>
                            <a:srgbClr val="000000"/>
                          </a:solidFill>
                          <a:effectLst/>
                          <a:latin typeface="Montserrat" panose="00000500000000000000" pitchFamily="2" charset="0"/>
                        </a:rPr>
                        <a:t>84.37%</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s-MX" sz="600" b="1" i="0" u="none" strike="noStrike" dirty="0">
                          <a:solidFill>
                            <a:srgbClr val="000000"/>
                          </a:solidFill>
                          <a:effectLst/>
                          <a:latin typeface="Montserrat" panose="00000500000000000000" pitchFamily="2" charset="0"/>
                        </a:rPr>
                        <a:t>82.76%</a:t>
                      </a:r>
                    </a:p>
                  </a:txBody>
                  <a:tcPr marL="3068" marR="3068" marT="3068"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endParaRPr lang="es-MX" sz="600" b="0" i="0" u="none" strike="noStrike" dirty="0">
                        <a:solidFill>
                          <a:srgbClr val="000000"/>
                        </a:solidFill>
                        <a:effectLst/>
                        <a:latin typeface="Montserrat" panose="00000500000000000000" pitchFamily="2" charset="0"/>
                      </a:endParaRPr>
                    </a:p>
                  </a:txBody>
                  <a:tcPr marL="3068" marR="3068" marT="3068" marB="0" anchor="ctr">
                    <a:lnL w="6350" cap="flat" cmpd="sng" algn="ctr">
                      <a:solidFill>
                        <a:srgbClr val="BFBFBF"/>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859551657"/>
                  </a:ext>
                </a:extLst>
              </a:tr>
            </a:tbl>
          </a:graphicData>
        </a:graphic>
      </p:graphicFrame>
      <p:sp>
        <p:nvSpPr>
          <p:cNvPr id="6" name="Rectángulo 5">
            <a:extLst>
              <a:ext uri="{FF2B5EF4-FFF2-40B4-BE49-F238E27FC236}">
                <a16:creationId xmlns:a16="http://schemas.microsoft.com/office/drawing/2014/main" id="{51592055-FCAD-98E4-1C7B-05FE85208BCF}"/>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B63B2DA2-8752-B426-C1B5-FDD1EB8945B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A6CB2DCC-DF41-58DA-B249-9D568E59EAE1}"/>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EABC0935-0319-B487-3E2A-512F2DCFFC81}"/>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3FDF1D94-3B29-8C3A-C297-A0428EE5772D}"/>
              </a:ext>
            </a:extLst>
          </p:cNvPr>
          <p:cNvSpPr txBox="1"/>
          <p:nvPr/>
        </p:nvSpPr>
        <p:spPr>
          <a:xfrm>
            <a:off x="473918" y="1056049"/>
            <a:ext cx="2737316" cy="253916"/>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lang="es-MX" sz="1000" b="1" dirty="0">
                <a:solidFill>
                  <a:srgbClr val="860000"/>
                </a:solidFill>
                <a:latin typeface="Montserrat" panose="00000500000000000000" pitchFamily="2" charset="0"/>
                <a:ea typeface="Open Sans" pitchFamily="2" charset="0"/>
                <a:cs typeface="Open Sans" pitchFamily="2" charset="0"/>
              </a:rPr>
              <a:t>BLOQUE 2: TABASCO</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
        <p:nvSpPr>
          <p:cNvPr id="4" name="CuadroTexto 3">
            <a:extLst>
              <a:ext uri="{FF2B5EF4-FFF2-40B4-BE49-F238E27FC236}">
                <a16:creationId xmlns:a16="http://schemas.microsoft.com/office/drawing/2014/main" id="{2623A926-9966-872A-EFF1-CA3CAFA5A22C}"/>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220579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CBA5-26C9-6DBD-F3D3-4EAFEFF883B2}"/>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AE1CA356-AD14-1880-BBD0-07367B25C93B}"/>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6874D909-8F15-FB16-420D-BEDD18008F3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 – Bloque 1</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0848706C-CDF5-53A3-D186-B1A7FC3AA3AE}"/>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FBF7951B-C208-BE16-E9C9-EF9B4056449A}"/>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E12410E9-1E6D-3E3E-7414-F325D567E4CD}"/>
              </a:ext>
            </a:extLst>
          </p:cNvPr>
          <p:cNvSpPr txBox="1"/>
          <p:nvPr/>
        </p:nvSpPr>
        <p:spPr>
          <a:xfrm>
            <a:off x="383864" y="1166315"/>
            <a:ext cx="1347955" cy="56938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YUCATÁN</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b="1" dirty="0">
                <a:solidFill>
                  <a:srgbClr val="B48F5E"/>
                </a:solidFill>
                <a:latin typeface="Montserrat" panose="00000500000000000000" pitchFamily="2" charset="0"/>
                <a:ea typeface="Open Sans" pitchFamily="2" charset="0"/>
                <a:cs typeface="Open Sans" pitchFamily="2" charset="0"/>
              </a:rPr>
              <a:t>11</a:t>
            </a:r>
            <a:r>
              <a:rPr kumimoji="0" lang="es-MX" sz="1000" b="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municipios prioritarios de 106</a:t>
            </a:r>
          </a:p>
        </p:txBody>
      </p:sp>
      <p:graphicFrame>
        <p:nvGraphicFramePr>
          <p:cNvPr id="4" name="Gráfico 3">
            <a:extLst>
              <a:ext uri="{FF2B5EF4-FFF2-40B4-BE49-F238E27FC236}">
                <a16:creationId xmlns:a16="http://schemas.microsoft.com/office/drawing/2014/main" id="{278A8850-9947-5425-B1B7-4A9D13C4D578}"/>
              </a:ext>
            </a:extLst>
          </p:cNvPr>
          <p:cNvGraphicFramePr/>
          <p:nvPr>
            <p:extLst>
              <p:ext uri="{D42A27DB-BD31-4B8C-83A1-F6EECF244321}">
                <p14:modId xmlns:p14="http://schemas.microsoft.com/office/powerpoint/2010/main" val="694570758"/>
              </p:ext>
            </p:extLst>
          </p:nvPr>
        </p:nvGraphicFramePr>
        <p:xfrm>
          <a:off x="1551706" y="815922"/>
          <a:ext cx="1814945" cy="1373909"/>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Conector recto 14">
            <a:extLst>
              <a:ext uri="{FF2B5EF4-FFF2-40B4-BE49-F238E27FC236}">
                <a16:creationId xmlns:a16="http://schemas.microsoft.com/office/drawing/2014/main" id="{DDC2022F-17C4-F362-3D40-CBAD80805293}"/>
              </a:ext>
            </a:extLst>
          </p:cNvPr>
          <p:cNvCxnSpPr/>
          <p:nvPr/>
        </p:nvCxnSpPr>
        <p:spPr>
          <a:xfrm>
            <a:off x="1711038" y="941767"/>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F21E4439-8D73-8D98-EE78-A3CEA7A53866}"/>
              </a:ext>
            </a:extLst>
          </p:cNvPr>
          <p:cNvCxnSpPr/>
          <p:nvPr/>
        </p:nvCxnSpPr>
        <p:spPr>
          <a:xfrm>
            <a:off x="3193477" y="941767"/>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2E5CB74E-27CC-4148-7AF0-6888BD351069}"/>
              </a:ext>
            </a:extLst>
          </p:cNvPr>
          <p:cNvSpPr txBox="1"/>
          <p:nvPr/>
        </p:nvSpPr>
        <p:spPr>
          <a:xfrm>
            <a:off x="3327961" y="1062406"/>
            <a:ext cx="1347955"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LN 2026</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70.39%</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20" name="CuadroTexto 19">
            <a:extLst>
              <a:ext uri="{FF2B5EF4-FFF2-40B4-BE49-F238E27FC236}">
                <a16:creationId xmlns:a16="http://schemas.microsoft.com/office/drawing/2014/main" id="{0D343271-048B-96BE-A50E-5DD34794A5ED}"/>
              </a:ext>
            </a:extLst>
          </p:cNvPr>
          <p:cNvSpPr txBox="1"/>
          <p:nvPr/>
        </p:nvSpPr>
        <p:spPr>
          <a:xfrm>
            <a:off x="3327960" y="1626118"/>
            <a:ext cx="2262346"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VOTOS ELECCIÓN GOB </a:t>
            </a:r>
            <a:r>
              <a:rPr kumimoji="0" lang="es-MX" sz="10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20</a:t>
            </a: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24</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65.01%</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21" name="CuadroTexto 20">
            <a:extLst>
              <a:ext uri="{FF2B5EF4-FFF2-40B4-BE49-F238E27FC236}">
                <a16:creationId xmlns:a16="http://schemas.microsoft.com/office/drawing/2014/main" id="{EC7E2E45-82FC-BB01-1F5D-13DFDA303E81}"/>
              </a:ext>
            </a:extLst>
          </p:cNvPr>
          <p:cNvSpPr txBox="1"/>
          <p:nvPr/>
        </p:nvSpPr>
        <p:spPr>
          <a:xfrm>
            <a:off x="383864" y="2542622"/>
            <a:ext cx="1347955" cy="56938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CAMPECHE</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b="1" dirty="0">
                <a:solidFill>
                  <a:srgbClr val="B48F5E"/>
                </a:solidFill>
                <a:latin typeface="Montserrat" panose="00000500000000000000" pitchFamily="2" charset="0"/>
                <a:ea typeface="Open Sans" pitchFamily="2" charset="0"/>
                <a:cs typeface="Open Sans" pitchFamily="2" charset="0"/>
              </a:rPr>
              <a:t>4</a:t>
            </a:r>
            <a:r>
              <a:rPr kumimoji="0" lang="es-MX" sz="1000" b="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municipios prioritarios de 13</a:t>
            </a:r>
          </a:p>
        </p:txBody>
      </p:sp>
      <p:graphicFrame>
        <p:nvGraphicFramePr>
          <p:cNvPr id="22" name="Gráfico 21">
            <a:extLst>
              <a:ext uri="{FF2B5EF4-FFF2-40B4-BE49-F238E27FC236}">
                <a16:creationId xmlns:a16="http://schemas.microsoft.com/office/drawing/2014/main" id="{C81117F9-1304-7265-B933-BCC09F931E51}"/>
              </a:ext>
            </a:extLst>
          </p:cNvPr>
          <p:cNvGraphicFramePr/>
          <p:nvPr>
            <p:extLst>
              <p:ext uri="{D42A27DB-BD31-4B8C-83A1-F6EECF244321}">
                <p14:modId xmlns:p14="http://schemas.microsoft.com/office/powerpoint/2010/main" val="448775469"/>
              </p:ext>
            </p:extLst>
          </p:nvPr>
        </p:nvGraphicFramePr>
        <p:xfrm>
          <a:off x="1551706" y="2192229"/>
          <a:ext cx="1814945" cy="1373909"/>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Conector recto 22">
            <a:extLst>
              <a:ext uri="{FF2B5EF4-FFF2-40B4-BE49-F238E27FC236}">
                <a16:creationId xmlns:a16="http://schemas.microsoft.com/office/drawing/2014/main" id="{9FBCF10A-5975-DD9C-742B-BF5DE9DA5334}"/>
              </a:ext>
            </a:extLst>
          </p:cNvPr>
          <p:cNvCxnSpPr/>
          <p:nvPr/>
        </p:nvCxnSpPr>
        <p:spPr>
          <a:xfrm>
            <a:off x="1711038" y="2318074"/>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95D7807F-7330-1F66-2774-D864CD9EF776}"/>
              </a:ext>
            </a:extLst>
          </p:cNvPr>
          <p:cNvCxnSpPr/>
          <p:nvPr/>
        </p:nvCxnSpPr>
        <p:spPr>
          <a:xfrm>
            <a:off x="3193477" y="2318074"/>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140F1612-8EDD-0FC4-98E7-72DFCEEF892C}"/>
              </a:ext>
            </a:extLst>
          </p:cNvPr>
          <p:cNvSpPr txBox="1"/>
          <p:nvPr/>
        </p:nvSpPr>
        <p:spPr>
          <a:xfrm>
            <a:off x="3327961" y="2438713"/>
            <a:ext cx="1347955"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LN 2026</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83.14%</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26" name="CuadroTexto 25">
            <a:extLst>
              <a:ext uri="{FF2B5EF4-FFF2-40B4-BE49-F238E27FC236}">
                <a16:creationId xmlns:a16="http://schemas.microsoft.com/office/drawing/2014/main" id="{929E39DF-F44A-69B5-A50E-30C66BCA3C3F}"/>
              </a:ext>
            </a:extLst>
          </p:cNvPr>
          <p:cNvSpPr txBox="1"/>
          <p:nvPr/>
        </p:nvSpPr>
        <p:spPr>
          <a:xfrm>
            <a:off x="3327960" y="3002425"/>
            <a:ext cx="2262346"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VOTOS ELECCIÓN GOB </a:t>
            </a:r>
            <a:r>
              <a:rPr kumimoji="0" lang="es-MX" sz="10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20</a:t>
            </a: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21</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69.79%</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35" name="CuadroTexto 34">
            <a:extLst>
              <a:ext uri="{FF2B5EF4-FFF2-40B4-BE49-F238E27FC236}">
                <a16:creationId xmlns:a16="http://schemas.microsoft.com/office/drawing/2014/main" id="{BF5AAC14-ACA5-0F3A-4652-74D5EBFB814A}"/>
              </a:ext>
            </a:extLst>
          </p:cNvPr>
          <p:cNvSpPr txBox="1"/>
          <p:nvPr/>
        </p:nvSpPr>
        <p:spPr>
          <a:xfrm>
            <a:off x="383864" y="3916530"/>
            <a:ext cx="1347955" cy="56938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QUINTANA ROO</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b="1" dirty="0">
                <a:solidFill>
                  <a:srgbClr val="B48F5E"/>
                </a:solidFill>
                <a:latin typeface="Montserrat" panose="00000500000000000000" pitchFamily="2" charset="0"/>
                <a:ea typeface="Open Sans" pitchFamily="2" charset="0"/>
                <a:cs typeface="Open Sans" pitchFamily="2" charset="0"/>
              </a:rPr>
              <a:t>5</a:t>
            </a:r>
            <a:r>
              <a:rPr kumimoji="0" lang="es-MX" sz="1000" b="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municipios prioritarios de 11</a:t>
            </a:r>
          </a:p>
        </p:txBody>
      </p:sp>
      <p:graphicFrame>
        <p:nvGraphicFramePr>
          <p:cNvPr id="36" name="Gráfico 35">
            <a:extLst>
              <a:ext uri="{FF2B5EF4-FFF2-40B4-BE49-F238E27FC236}">
                <a16:creationId xmlns:a16="http://schemas.microsoft.com/office/drawing/2014/main" id="{B7B90999-FE11-B5CC-03F5-1E3D022DD43C}"/>
              </a:ext>
            </a:extLst>
          </p:cNvPr>
          <p:cNvGraphicFramePr/>
          <p:nvPr>
            <p:extLst>
              <p:ext uri="{D42A27DB-BD31-4B8C-83A1-F6EECF244321}">
                <p14:modId xmlns:p14="http://schemas.microsoft.com/office/powerpoint/2010/main" val="739080002"/>
              </p:ext>
            </p:extLst>
          </p:nvPr>
        </p:nvGraphicFramePr>
        <p:xfrm>
          <a:off x="1551706" y="3566137"/>
          <a:ext cx="1814945" cy="1373909"/>
        </p:xfrm>
        <a:graphic>
          <a:graphicData uri="http://schemas.openxmlformats.org/drawingml/2006/chart">
            <c:chart xmlns:c="http://schemas.openxmlformats.org/drawingml/2006/chart" xmlns:r="http://schemas.openxmlformats.org/officeDocument/2006/relationships" r:id="rId4"/>
          </a:graphicData>
        </a:graphic>
      </p:graphicFrame>
      <p:cxnSp>
        <p:nvCxnSpPr>
          <p:cNvPr id="37" name="Conector recto 36">
            <a:extLst>
              <a:ext uri="{FF2B5EF4-FFF2-40B4-BE49-F238E27FC236}">
                <a16:creationId xmlns:a16="http://schemas.microsoft.com/office/drawing/2014/main" id="{CFAB3AD5-98EE-A0E8-DA49-30805E616DC1}"/>
              </a:ext>
            </a:extLst>
          </p:cNvPr>
          <p:cNvCxnSpPr/>
          <p:nvPr/>
        </p:nvCxnSpPr>
        <p:spPr>
          <a:xfrm>
            <a:off x="1711038" y="3691982"/>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F12ED628-6E88-CADB-117F-D8A6784AA245}"/>
              </a:ext>
            </a:extLst>
          </p:cNvPr>
          <p:cNvCxnSpPr/>
          <p:nvPr/>
        </p:nvCxnSpPr>
        <p:spPr>
          <a:xfrm>
            <a:off x="3193477" y="3691982"/>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2045985D-A36D-86B8-BE8B-100657F4B6C9}"/>
              </a:ext>
            </a:extLst>
          </p:cNvPr>
          <p:cNvSpPr txBox="1"/>
          <p:nvPr/>
        </p:nvSpPr>
        <p:spPr>
          <a:xfrm>
            <a:off x="3327961" y="3812621"/>
            <a:ext cx="1347955"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LN 2026</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87.10%</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40" name="CuadroTexto 39">
            <a:extLst>
              <a:ext uri="{FF2B5EF4-FFF2-40B4-BE49-F238E27FC236}">
                <a16:creationId xmlns:a16="http://schemas.microsoft.com/office/drawing/2014/main" id="{26121F4F-799D-38BF-E10E-EAC22A495797}"/>
              </a:ext>
            </a:extLst>
          </p:cNvPr>
          <p:cNvSpPr txBox="1"/>
          <p:nvPr/>
        </p:nvSpPr>
        <p:spPr>
          <a:xfrm>
            <a:off x="3327960" y="4376333"/>
            <a:ext cx="2262346"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VOTOS ELECCIÓN GOB </a:t>
            </a:r>
            <a:r>
              <a:rPr kumimoji="0" lang="es-MX" sz="10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20</a:t>
            </a: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21</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82.06%</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3" name="CuadroTexto 2">
            <a:extLst>
              <a:ext uri="{FF2B5EF4-FFF2-40B4-BE49-F238E27FC236}">
                <a16:creationId xmlns:a16="http://schemas.microsoft.com/office/drawing/2014/main" id="{EBC67D0D-2AD4-7CAA-9B2C-F30EFEFB9736}"/>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014895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2ECB2-91B1-C670-BBBC-E80DD0C69CD7}"/>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A45F2830-A470-0C39-7198-35A31BC9B503}"/>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AA31B34D-0A73-5355-B9E2-A823B1DB0EAC}"/>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Peso de municipios prioritarios – Bloque 2</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9" name="Conector recto 8">
            <a:extLst>
              <a:ext uri="{FF2B5EF4-FFF2-40B4-BE49-F238E27FC236}">
                <a16:creationId xmlns:a16="http://schemas.microsoft.com/office/drawing/2014/main" id="{70068241-2145-C5AA-FE83-D6B235E823C4}"/>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E59C7E0D-456A-5B66-DBBE-7768B08A53E2}"/>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B6B22EBC-B4DA-1A76-7ADE-EEA67C5D7F56}"/>
              </a:ext>
            </a:extLst>
          </p:cNvPr>
          <p:cNvSpPr txBox="1"/>
          <p:nvPr/>
        </p:nvSpPr>
        <p:spPr>
          <a:xfrm>
            <a:off x="383864" y="1166315"/>
            <a:ext cx="1347955" cy="56938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TABASCO</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b="1" dirty="0">
                <a:solidFill>
                  <a:srgbClr val="B48F5E"/>
                </a:solidFill>
                <a:latin typeface="Montserrat" panose="00000500000000000000" pitchFamily="2" charset="0"/>
                <a:ea typeface="Open Sans" pitchFamily="2" charset="0"/>
                <a:cs typeface="Open Sans" pitchFamily="2" charset="0"/>
              </a:rPr>
              <a:t>11</a:t>
            </a:r>
            <a:r>
              <a:rPr kumimoji="0" lang="es-MX" sz="1000" b="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municipios prioritarios de 17</a:t>
            </a:r>
          </a:p>
        </p:txBody>
      </p:sp>
      <p:graphicFrame>
        <p:nvGraphicFramePr>
          <p:cNvPr id="4" name="Gráfico 3">
            <a:extLst>
              <a:ext uri="{FF2B5EF4-FFF2-40B4-BE49-F238E27FC236}">
                <a16:creationId xmlns:a16="http://schemas.microsoft.com/office/drawing/2014/main" id="{036DD77C-FF32-97BD-F8DA-5502F0E05F85}"/>
              </a:ext>
            </a:extLst>
          </p:cNvPr>
          <p:cNvGraphicFramePr/>
          <p:nvPr>
            <p:extLst>
              <p:ext uri="{D42A27DB-BD31-4B8C-83A1-F6EECF244321}">
                <p14:modId xmlns:p14="http://schemas.microsoft.com/office/powerpoint/2010/main" val="3959187818"/>
              </p:ext>
            </p:extLst>
          </p:nvPr>
        </p:nvGraphicFramePr>
        <p:xfrm>
          <a:off x="1551706" y="815922"/>
          <a:ext cx="1814945" cy="1373909"/>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Conector recto 14">
            <a:extLst>
              <a:ext uri="{FF2B5EF4-FFF2-40B4-BE49-F238E27FC236}">
                <a16:creationId xmlns:a16="http://schemas.microsoft.com/office/drawing/2014/main" id="{D12ECFEB-92C1-C498-A16B-6F27F4A6D536}"/>
              </a:ext>
            </a:extLst>
          </p:cNvPr>
          <p:cNvCxnSpPr/>
          <p:nvPr/>
        </p:nvCxnSpPr>
        <p:spPr>
          <a:xfrm>
            <a:off x="1711038" y="941767"/>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994CFCAF-DE6D-0841-A12D-DE8911551FA3}"/>
              </a:ext>
            </a:extLst>
          </p:cNvPr>
          <p:cNvCxnSpPr/>
          <p:nvPr/>
        </p:nvCxnSpPr>
        <p:spPr>
          <a:xfrm>
            <a:off x="3193477" y="941767"/>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C4905387-3984-E5B1-A400-7AAF468BC5F8}"/>
              </a:ext>
            </a:extLst>
          </p:cNvPr>
          <p:cNvSpPr txBox="1"/>
          <p:nvPr/>
        </p:nvSpPr>
        <p:spPr>
          <a:xfrm>
            <a:off x="3327961" y="1062406"/>
            <a:ext cx="1347955"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LN 2026</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84.37%</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20" name="CuadroTexto 19">
            <a:extLst>
              <a:ext uri="{FF2B5EF4-FFF2-40B4-BE49-F238E27FC236}">
                <a16:creationId xmlns:a16="http://schemas.microsoft.com/office/drawing/2014/main" id="{4B9D1CEC-3518-E0AC-8741-3065595B0ED9}"/>
              </a:ext>
            </a:extLst>
          </p:cNvPr>
          <p:cNvSpPr txBox="1"/>
          <p:nvPr/>
        </p:nvSpPr>
        <p:spPr>
          <a:xfrm>
            <a:off x="3327960" y="1626118"/>
            <a:ext cx="2262346"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VOTOS ELECCIÓN GOB </a:t>
            </a:r>
            <a:r>
              <a:rPr kumimoji="0" lang="es-MX" sz="10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20</a:t>
            </a: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24</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82.76%</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5" name="CuadroTexto 4">
            <a:extLst>
              <a:ext uri="{FF2B5EF4-FFF2-40B4-BE49-F238E27FC236}">
                <a16:creationId xmlns:a16="http://schemas.microsoft.com/office/drawing/2014/main" id="{78707091-C5BC-6C7C-602B-355BB5F457D0}"/>
              </a:ext>
            </a:extLst>
          </p:cNvPr>
          <p:cNvSpPr txBox="1"/>
          <p:nvPr/>
        </p:nvSpPr>
        <p:spPr>
          <a:xfrm>
            <a:off x="383864" y="2542622"/>
            <a:ext cx="1347955" cy="56938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CHIAPAS</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b="1" dirty="0">
                <a:solidFill>
                  <a:srgbClr val="B48F5E"/>
                </a:solidFill>
                <a:latin typeface="Montserrat" panose="00000500000000000000" pitchFamily="2" charset="0"/>
                <a:ea typeface="Open Sans" pitchFamily="2" charset="0"/>
                <a:cs typeface="Open Sans" pitchFamily="2" charset="0"/>
              </a:rPr>
              <a:t>37</a:t>
            </a:r>
            <a:r>
              <a:rPr kumimoji="0" lang="es-MX" sz="1000" b="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municipios prioritarios de 124</a:t>
            </a:r>
          </a:p>
        </p:txBody>
      </p:sp>
      <p:graphicFrame>
        <p:nvGraphicFramePr>
          <p:cNvPr id="11" name="Gráfico 10">
            <a:extLst>
              <a:ext uri="{FF2B5EF4-FFF2-40B4-BE49-F238E27FC236}">
                <a16:creationId xmlns:a16="http://schemas.microsoft.com/office/drawing/2014/main" id="{685E2336-5031-0D14-BADE-A4FD11D3FD1B}"/>
              </a:ext>
            </a:extLst>
          </p:cNvPr>
          <p:cNvGraphicFramePr/>
          <p:nvPr>
            <p:extLst>
              <p:ext uri="{D42A27DB-BD31-4B8C-83A1-F6EECF244321}">
                <p14:modId xmlns:p14="http://schemas.microsoft.com/office/powerpoint/2010/main" val="3171099156"/>
              </p:ext>
            </p:extLst>
          </p:nvPr>
        </p:nvGraphicFramePr>
        <p:xfrm>
          <a:off x="1551706" y="2192229"/>
          <a:ext cx="1814945" cy="1373909"/>
        </p:xfrm>
        <a:graphic>
          <a:graphicData uri="http://schemas.openxmlformats.org/drawingml/2006/chart">
            <c:chart xmlns:c="http://schemas.openxmlformats.org/drawingml/2006/chart" xmlns:r="http://schemas.openxmlformats.org/officeDocument/2006/relationships" r:id="rId3"/>
          </a:graphicData>
        </a:graphic>
      </p:graphicFrame>
      <p:cxnSp>
        <p:nvCxnSpPr>
          <p:cNvPr id="12" name="Conector recto 11">
            <a:extLst>
              <a:ext uri="{FF2B5EF4-FFF2-40B4-BE49-F238E27FC236}">
                <a16:creationId xmlns:a16="http://schemas.microsoft.com/office/drawing/2014/main" id="{432523EC-91A1-9329-10CA-CB67BEA19E09}"/>
              </a:ext>
            </a:extLst>
          </p:cNvPr>
          <p:cNvCxnSpPr/>
          <p:nvPr/>
        </p:nvCxnSpPr>
        <p:spPr>
          <a:xfrm>
            <a:off x="1711038" y="2318074"/>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F006D443-327A-B656-E04B-FD71795DD2EA}"/>
              </a:ext>
            </a:extLst>
          </p:cNvPr>
          <p:cNvCxnSpPr/>
          <p:nvPr/>
        </p:nvCxnSpPr>
        <p:spPr>
          <a:xfrm>
            <a:off x="3193477" y="2318074"/>
            <a:ext cx="0" cy="1122218"/>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7B20DF7F-3C7D-8152-F252-FC1C2BA65BB7}"/>
              </a:ext>
            </a:extLst>
          </p:cNvPr>
          <p:cNvSpPr txBox="1"/>
          <p:nvPr/>
        </p:nvSpPr>
        <p:spPr>
          <a:xfrm>
            <a:off x="3327961" y="2438713"/>
            <a:ext cx="1347955"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LN 2026</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70.05%</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19" name="CuadroTexto 18">
            <a:extLst>
              <a:ext uri="{FF2B5EF4-FFF2-40B4-BE49-F238E27FC236}">
                <a16:creationId xmlns:a16="http://schemas.microsoft.com/office/drawing/2014/main" id="{C925D5C7-4EBC-4AEC-0139-5AE2B9C3F2FE}"/>
              </a:ext>
            </a:extLst>
          </p:cNvPr>
          <p:cNvSpPr txBox="1"/>
          <p:nvPr/>
        </p:nvSpPr>
        <p:spPr>
          <a:xfrm>
            <a:off x="3327960" y="3002425"/>
            <a:ext cx="2262346" cy="415498"/>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VOTOS ELECCIÓN GOB </a:t>
            </a:r>
            <a:r>
              <a:rPr kumimoji="0" lang="es-MX" sz="10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20</a:t>
            </a:r>
            <a:r>
              <a:rPr kumimoji="0" lang="es-MX" sz="10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24</a:t>
            </a:r>
            <a:endParaRPr kumimoji="0" lang="es-MX" sz="105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lang="es-MX" sz="1100" dirty="0">
                <a:solidFill>
                  <a:srgbClr val="B48F5E"/>
                </a:solidFill>
                <a:latin typeface="Montserrat" panose="00000500000000000000" pitchFamily="2" charset="0"/>
                <a:ea typeface="Open Sans" pitchFamily="2" charset="0"/>
                <a:cs typeface="Open Sans" pitchFamily="2" charset="0"/>
              </a:rPr>
              <a:t>69.05%</a:t>
            </a:r>
            <a:endParaRPr kumimoji="0" lang="es-MX" sz="1000"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endParaRPr>
          </a:p>
        </p:txBody>
      </p:sp>
      <p:sp>
        <p:nvSpPr>
          <p:cNvPr id="3" name="CuadroTexto 2">
            <a:extLst>
              <a:ext uri="{FF2B5EF4-FFF2-40B4-BE49-F238E27FC236}">
                <a16:creationId xmlns:a16="http://schemas.microsoft.com/office/drawing/2014/main" id="{1904E36C-46BC-C490-4854-FEBCA4BCB688}"/>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498265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6A6E-7EFA-DF58-7512-FD85B9C327F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E80D712-9A1B-8F2A-9D98-28A01F226C3F}"/>
              </a:ext>
            </a:extLst>
          </p:cNvPr>
          <p:cNvSpPr txBox="1"/>
          <p:nvPr/>
        </p:nvSpPr>
        <p:spPr>
          <a:xfrm>
            <a:off x="412440" y="2514600"/>
            <a:ext cx="2914507"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ENCUESTA</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CAMPECHE</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241646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3DC43-2029-8236-2B66-85F6EC74C743}"/>
            </a:ext>
          </a:extLst>
        </p:cNvPr>
        <p:cNvGrpSpPr/>
        <p:nvPr/>
      </p:nvGrpSpPr>
      <p:grpSpPr>
        <a:xfrm>
          <a:off x="0" y="0"/>
          <a:ext cx="0" cy="0"/>
          <a:chOff x="0" y="0"/>
          <a:chExt cx="0" cy="0"/>
        </a:xfrm>
      </p:grpSpPr>
      <p:pic>
        <p:nvPicPr>
          <p:cNvPr id="3" name="Imagen 2" descr="The image displays a bar chart comparing the relationship between knowledge (conocimiento) and opinion (opiniￃﾳn) across different political parties, specifically MORENA, with percentages for each party listed.&#10;&#10;El contenido generado por IA puede ser incorrecto.">
            <a:extLst>
              <a:ext uri="{FF2B5EF4-FFF2-40B4-BE49-F238E27FC236}">
                <a16:creationId xmlns:a16="http://schemas.microsoft.com/office/drawing/2014/main" id="{40153C41-0156-9E6D-541A-01FDFE082809}"/>
              </a:ext>
            </a:extLst>
          </p:cNvPr>
          <p:cNvPicPr>
            <a:picLocks noChangeAspect="1"/>
          </p:cNvPicPr>
          <p:nvPr/>
        </p:nvPicPr>
        <p:blipFill>
          <a:blip r:embed="rId2"/>
          <a:stretch>
            <a:fillRect/>
          </a:stretch>
        </p:blipFill>
        <p:spPr>
          <a:xfrm>
            <a:off x="0" y="797839"/>
            <a:ext cx="7772400" cy="3433522"/>
          </a:xfrm>
          <a:prstGeom prst="rect">
            <a:avLst/>
          </a:prstGeom>
        </p:spPr>
      </p:pic>
      <p:sp>
        <p:nvSpPr>
          <p:cNvPr id="4" name="Rectángulo 3">
            <a:extLst>
              <a:ext uri="{FF2B5EF4-FFF2-40B4-BE49-F238E27FC236}">
                <a16:creationId xmlns:a16="http://schemas.microsoft.com/office/drawing/2014/main" id="{A66C4752-0816-A2E4-57A1-9EB0D47A329A}"/>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D25ED461-DBB7-C6D2-99A2-9B02E05B6BF3}"/>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91E85DDA-D938-53C6-E87D-6C7D9CDE8FE9}"/>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8E243A95-DBAB-EE60-1AFE-9F7C0FEBC0E7}"/>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A35E2D7A-C9E6-0999-CD7B-FEEE898CC8E6}"/>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412132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BAA43-4336-887F-3D2E-5B06A417E17A}"/>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F0A98228-1AC4-3623-9945-74DEB9FF5A69}"/>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41EB1325-972D-4CB3-0392-00344D03D8C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3E1E5B38-7343-B3A2-9BDB-A0F73616288F}"/>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95303A9C-6394-807B-9DE7-B4736DAD6651}"/>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The image shows a bar chart depicting the preferences of the people in Campeche for MORENA's gubernatorial candidate, with Pablo Gutiￃﾩrrez Lazarus being the most favored at 35.9%.&#10;&#10;El contenido generado por IA puede ser incorrecto.">
            <a:extLst>
              <a:ext uri="{FF2B5EF4-FFF2-40B4-BE49-F238E27FC236}">
                <a16:creationId xmlns:a16="http://schemas.microsoft.com/office/drawing/2014/main" id="{657C5523-C440-F969-CF63-B1ADDADBD6F1}"/>
              </a:ext>
            </a:extLst>
          </p:cNvPr>
          <p:cNvPicPr>
            <a:picLocks noChangeAspect="1"/>
          </p:cNvPicPr>
          <p:nvPr/>
        </p:nvPicPr>
        <p:blipFill>
          <a:blip r:embed="rId2"/>
          <a:stretch>
            <a:fillRect/>
          </a:stretch>
        </p:blipFill>
        <p:spPr>
          <a:xfrm>
            <a:off x="1116957" y="926755"/>
            <a:ext cx="5866587" cy="3854076"/>
          </a:xfrm>
          <a:prstGeom prst="rect">
            <a:avLst/>
          </a:prstGeom>
        </p:spPr>
      </p:pic>
      <p:sp>
        <p:nvSpPr>
          <p:cNvPr id="3" name="CuadroTexto 2">
            <a:extLst>
              <a:ext uri="{FF2B5EF4-FFF2-40B4-BE49-F238E27FC236}">
                <a16:creationId xmlns:a16="http://schemas.microsoft.com/office/drawing/2014/main" id="{D1E1FDB8-9A2A-09B6-E9E6-37F78180AA1F}"/>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865131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81B26-4A3F-30EE-BE61-2AB60E31176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D5F11BF1-060D-8B2F-E020-93798636A591}"/>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6CC9DFC8-A2EC-8676-C08A-6659F4DC638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1E667B49-729C-46C3-0994-E03EFAB5476B}"/>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01883E40-2ED2-1370-9DAB-E0CAD58D6B6C}"/>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Imagen 2" descr="Opinion&#10;&#10;El contenido generado por IA puede ser incorrecto.">
            <a:extLst>
              <a:ext uri="{FF2B5EF4-FFF2-40B4-BE49-F238E27FC236}">
                <a16:creationId xmlns:a16="http://schemas.microsoft.com/office/drawing/2014/main" id="{2BC93C4D-524F-F799-43DE-9B1D64128E17}"/>
              </a:ext>
            </a:extLst>
          </p:cNvPr>
          <p:cNvPicPr>
            <a:picLocks noChangeAspect="1"/>
          </p:cNvPicPr>
          <p:nvPr/>
        </p:nvPicPr>
        <p:blipFill>
          <a:blip r:embed="rId2"/>
          <a:stretch>
            <a:fillRect/>
          </a:stretch>
        </p:blipFill>
        <p:spPr>
          <a:xfrm>
            <a:off x="207290" y="877535"/>
            <a:ext cx="3381942" cy="1902065"/>
          </a:xfrm>
          <a:prstGeom prst="rect">
            <a:avLst/>
          </a:prstGeom>
        </p:spPr>
      </p:pic>
      <p:pic>
        <p:nvPicPr>
          <p:cNvPr id="11" name="Imagen 10" descr="The image presents a pie chart with percentages reflecting the opinion distribution for Jesus Rodrￃﾭguez (PAN) and Christian Castro Bello (PRO), where Rodrￃﾭguez has 3% good knowledge, 46% neutral, and 17% bad, whereas Castro Bello has 56% good knowledge, 41% neutral, and 12% bad.&#10;&#10;El contenido generado por IA puede ser incorrecto.">
            <a:extLst>
              <a:ext uri="{FF2B5EF4-FFF2-40B4-BE49-F238E27FC236}">
                <a16:creationId xmlns:a16="http://schemas.microsoft.com/office/drawing/2014/main" id="{178E694D-FA50-90E7-099A-5F3B4F4AB5B9}"/>
              </a:ext>
            </a:extLst>
          </p:cNvPr>
          <p:cNvPicPr>
            <a:picLocks noChangeAspect="1"/>
          </p:cNvPicPr>
          <p:nvPr/>
        </p:nvPicPr>
        <p:blipFill>
          <a:blip r:embed="rId3"/>
          <a:stretch>
            <a:fillRect/>
          </a:stretch>
        </p:blipFill>
        <p:spPr>
          <a:xfrm>
            <a:off x="3885945" y="999699"/>
            <a:ext cx="3508815" cy="1779901"/>
          </a:xfrm>
          <a:prstGeom prst="rect">
            <a:avLst/>
          </a:prstGeom>
        </p:spPr>
      </p:pic>
      <p:pic>
        <p:nvPicPr>
          <p:cNvPr id="13" name="Imagen 12" descr="Knowledge,&#10;&#10;El contenido generado por IA puede ser incorrecto.">
            <a:extLst>
              <a:ext uri="{FF2B5EF4-FFF2-40B4-BE49-F238E27FC236}">
                <a16:creationId xmlns:a16="http://schemas.microsoft.com/office/drawing/2014/main" id="{B77158C9-9424-04AF-C317-1879663964B6}"/>
              </a:ext>
            </a:extLst>
          </p:cNvPr>
          <p:cNvPicPr>
            <a:picLocks noChangeAspect="1"/>
          </p:cNvPicPr>
          <p:nvPr/>
        </p:nvPicPr>
        <p:blipFill>
          <a:blip r:embed="rId4"/>
          <a:srcRect t="33025"/>
          <a:stretch>
            <a:fillRect/>
          </a:stretch>
        </p:blipFill>
        <p:spPr>
          <a:xfrm>
            <a:off x="3865689" y="3044335"/>
            <a:ext cx="3643339" cy="1192945"/>
          </a:xfrm>
          <a:prstGeom prst="rect">
            <a:avLst/>
          </a:prstGeom>
        </p:spPr>
      </p:pic>
      <p:sp>
        <p:nvSpPr>
          <p:cNvPr id="9" name="CuadroTexto 8">
            <a:extLst>
              <a:ext uri="{FF2B5EF4-FFF2-40B4-BE49-F238E27FC236}">
                <a16:creationId xmlns:a16="http://schemas.microsoft.com/office/drawing/2014/main" id="{485E4331-626D-96F9-32C5-F046ED46ED00}"/>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95639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A4C28-F773-0815-B55E-212784C078BE}"/>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D7B4239B-AB92-705F-0F03-EDBF38CD62E8}"/>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D3B5291B-3A21-734F-F19A-8936A3281D2C}"/>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2717E0DA-BC43-968E-BB0E-DAEDBDFB2D1C}"/>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3A18B16A-3AF3-78BC-7851-61D903394528}"/>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The image is a bar chart showing voter preferences for governor candidates in Campeche, with Pablo Gutiￃﾩrrez Lazarus leading in Morena (39%), followed by Liz Hernￃﾡndez Romero (34%), and others.&#10;&#10;El contenido generado por IA puede ser incorrecto.">
            <a:extLst>
              <a:ext uri="{FF2B5EF4-FFF2-40B4-BE49-F238E27FC236}">
                <a16:creationId xmlns:a16="http://schemas.microsoft.com/office/drawing/2014/main" id="{EDA10D0B-7F8F-369A-E8BD-4293AE68114C}"/>
              </a:ext>
            </a:extLst>
          </p:cNvPr>
          <p:cNvPicPr>
            <a:picLocks noChangeAspect="1"/>
          </p:cNvPicPr>
          <p:nvPr/>
        </p:nvPicPr>
        <p:blipFill>
          <a:blip r:embed="rId2"/>
          <a:stretch>
            <a:fillRect/>
          </a:stretch>
        </p:blipFill>
        <p:spPr>
          <a:xfrm>
            <a:off x="291126" y="875394"/>
            <a:ext cx="7217902" cy="3405123"/>
          </a:xfrm>
          <a:prstGeom prst="rect">
            <a:avLst/>
          </a:prstGeom>
        </p:spPr>
      </p:pic>
      <p:sp>
        <p:nvSpPr>
          <p:cNvPr id="3" name="CuadroTexto 2">
            <a:extLst>
              <a:ext uri="{FF2B5EF4-FFF2-40B4-BE49-F238E27FC236}">
                <a16:creationId xmlns:a16="http://schemas.microsoft.com/office/drawing/2014/main" id="{1A7FF791-F9AE-3108-B23D-CBCB57615456}"/>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695508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932AE-33DD-E80B-89C8-6914AC02C704}"/>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0F5DC86C-C818-BA63-0CD1-0386FD3ED786}"/>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AAA0313E-BE3B-2349-7844-EB5DBAE28B13}"/>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196234DF-4B86-B363-7CC4-72C6590B6CA4}"/>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C6DA6E43-0885-BB3F-2B72-C3232E4B82EB}"/>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174BB668-D280-120D-6910-EB3DD137201A}"/>
              </a:ext>
            </a:extLst>
          </p:cNvPr>
          <p:cNvPicPr>
            <a:picLocks noChangeAspect="1"/>
          </p:cNvPicPr>
          <p:nvPr/>
        </p:nvPicPr>
        <p:blipFill>
          <a:blip r:embed="rId2"/>
          <a:stretch>
            <a:fillRect/>
          </a:stretch>
        </p:blipFill>
        <p:spPr>
          <a:xfrm>
            <a:off x="273028" y="969165"/>
            <a:ext cx="7236000" cy="3776758"/>
          </a:xfrm>
          <a:prstGeom prst="rect">
            <a:avLst/>
          </a:prstGeom>
        </p:spPr>
      </p:pic>
      <p:sp>
        <p:nvSpPr>
          <p:cNvPr id="9" name="CuadroTexto 8">
            <a:extLst>
              <a:ext uri="{FF2B5EF4-FFF2-40B4-BE49-F238E27FC236}">
                <a16:creationId xmlns:a16="http://schemas.microsoft.com/office/drawing/2014/main" id="{F690B345-EC88-DE69-4AD0-72F2D1835B89}"/>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774466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4CF7-F167-F071-F07B-D3C1DDB2B5E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3832655-CFDB-38AE-26F2-3743F1B0C9F9}"/>
              </a:ext>
            </a:extLst>
          </p:cNvPr>
          <p:cNvSpPr txBox="1"/>
          <p:nvPr/>
        </p:nvSpPr>
        <p:spPr>
          <a:xfrm>
            <a:off x="412440" y="2514600"/>
            <a:ext cx="5177968"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ENCUESTA</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MUNCIPIO</a:t>
            </a: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CAMPECHE</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51060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D540-F4F0-3E42-19C4-EBAC58EC0BF3}"/>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B4F854A1-E47D-007B-58CC-37297D2A6A04}"/>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C90EE9DD-6848-1DE1-271F-A647514B2B12}"/>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73457015-AFEB-1EF7-0DF9-C6EF4641C2A3}"/>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BA81401B-ABDA-1605-25D0-6B1DD2E5468B}"/>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24D24B85-26B8-A39D-582D-39399FC4E91D}"/>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5" name="Imagen 4" descr="The image is a pie chart showing the percentage of opinions and knowledge related to various topics, with a significant majority expressing a positive opinion on Morena.&#10;&#10;El contenido generado por IA puede ser incorrecto.">
            <a:extLst>
              <a:ext uri="{FF2B5EF4-FFF2-40B4-BE49-F238E27FC236}">
                <a16:creationId xmlns:a16="http://schemas.microsoft.com/office/drawing/2014/main" id="{4B68FA2C-4568-6A3E-4420-760DB11715A3}"/>
              </a:ext>
            </a:extLst>
          </p:cNvPr>
          <p:cNvPicPr>
            <a:picLocks noChangeAspect="1"/>
          </p:cNvPicPr>
          <p:nvPr/>
        </p:nvPicPr>
        <p:blipFill>
          <a:blip r:embed="rId2"/>
          <a:stretch>
            <a:fillRect/>
          </a:stretch>
        </p:blipFill>
        <p:spPr>
          <a:xfrm>
            <a:off x="0" y="1000875"/>
            <a:ext cx="7772400" cy="3299371"/>
          </a:xfrm>
          <a:prstGeom prst="rect">
            <a:avLst/>
          </a:prstGeom>
        </p:spPr>
      </p:pic>
    </p:spTree>
    <p:extLst>
      <p:ext uri="{BB962C8B-B14F-4D97-AF65-F5344CB8AC3E}">
        <p14:creationId xmlns:p14="http://schemas.microsoft.com/office/powerpoint/2010/main" val="3422615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F8F0D-8EBF-AFA5-A360-52A799FB0CFD}"/>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E7BB3877-F14E-8678-3D68-E29430804B19}"/>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DD92AAA-EF47-2616-A6F0-947E47BB869F}"/>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5B0AEBFA-34CF-98E4-827A-3060F38A5E97}"/>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826D4275-962B-8DA5-5B9B-371B39ACB08E}"/>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5A1EE970-170D-F07E-D034-93C87E4255B9}"/>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3" name="Imagen 2" descr="The image displays a pie chart showing the percentage of voters in Campeche who prefer different candidates for MORENA's presidential candidacy, with Esteban Hinojosa Rebolledo leading at 15%.&#10;&#10;El contenido generado por IA puede ser incorrecto.">
            <a:extLst>
              <a:ext uri="{FF2B5EF4-FFF2-40B4-BE49-F238E27FC236}">
                <a16:creationId xmlns:a16="http://schemas.microsoft.com/office/drawing/2014/main" id="{15598B6C-8D4D-0732-40FE-8B37F18C454B}"/>
              </a:ext>
            </a:extLst>
          </p:cNvPr>
          <p:cNvPicPr>
            <a:picLocks noChangeAspect="1"/>
          </p:cNvPicPr>
          <p:nvPr/>
        </p:nvPicPr>
        <p:blipFill>
          <a:blip r:embed="rId2"/>
          <a:stretch>
            <a:fillRect/>
          </a:stretch>
        </p:blipFill>
        <p:spPr>
          <a:xfrm>
            <a:off x="936068" y="849095"/>
            <a:ext cx="5975778" cy="4068935"/>
          </a:xfrm>
          <a:prstGeom prst="rect">
            <a:avLst/>
          </a:prstGeom>
        </p:spPr>
      </p:pic>
    </p:spTree>
    <p:extLst>
      <p:ext uri="{BB962C8B-B14F-4D97-AF65-F5344CB8AC3E}">
        <p14:creationId xmlns:p14="http://schemas.microsoft.com/office/powerpoint/2010/main" val="2575519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B3ADC-A23A-B8B1-48A3-16DB1DB2B74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C97FD672-7109-90BB-BC67-86937A4711B2}"/>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9F417744-0588-7900-5820-7E6A6AB9E3A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Campeche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06061F6D-031F-8B5B-CE80-3FB426557C32}"/>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28A37CF0-A4E8-1F81-D2ED-D0B8D023A9A7}"/>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0BD03D46-A87F-4127-677A-3225E14AC24D}"/>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5" name="Imagen 4" descr="The image is a bar chart depicting a hypothetical poll for Governor of Campeche, showing percentages of voters' preferences for different candidates, including Eliseo Fernￃﾡndez, Biby Rabelo de la Torre, Pablo Gutierrez Lazarus, Liz Hernandez Romero, Christian Castro Bello, Jesￃﾺs Rodrￃﾭguez, and others.&#10;&#10;El contenido generado por IA puede ser incorrecto.">
            <a:extLst>
              <a:ext uri="{FF2B5EF4-FFF2-40B4-BE49-F238E27FC236}">
                <a16:creationId xmlns:a16="http://schemas.microsoft.com/office/drawing/2014/main" id="{65C04E23-E051-07AD-636D-4F8BADEAFDD5}"/>
              </a:ext>
            </a:extLst>
          </p:cNvPr>
          <p:cNvPicPr>
            <a:picLocks noChangeAspect="1"/>
          </p:cNvPicPr>
          <p:nvPr/>
        </p:nvPicPr>
        <p:blipFill>
          <a:blip r:embed="rId2"/>
          <a:stretch>
            <a:fillRect/>
          </a:stretch>
        </p:blipFill>
        <p:spPr>
          <a:xfrm>
            <a:off x="-255" y="918900"/>
            <a:ext cx="7772400" cy="3564093"/>
          </a:xfrm>
          <a:prstGeom prst="rect">
            <a:avLst/>
          </a:prstGeom>
        </p:spPr>
      </p:pic>
    </p:spTree>
    <p:extLst>
      <p:ext uri="{BB962C8B-B14F-4D97-AF65-F5344CB8AC3E}">
        <p14:creationId xmlns:p14="http://schemas.microsoft.com/office/powerpoint/2010/main" val="2061987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66D3-E332-30E6-C730-5F2F4E3A2B8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54BEC2B-0D20-8260-4A10-3BC0BADFEE8E}"/>
              </a:ext>
            </a:extLst>
          </p:cNvPr>
          <p:cNvSpPr txBox="1"/>
          <p:nvPr/>
        </p:nvSpPr>
        <p:spPr>
          <a:xfrm>
            <a:off x="412440" y="2514600"/>
            <a:ext cx="5177968"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ENCUESTA</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MUNCIPIO</a:t>
            </a: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CARMEN</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1803772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C3AF-3EC0-2F9D-81AB-11785D328B03}"/>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09DFBD25-6E63-9FE5-8035-EEC6407CBD0C}"/>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B20C9EEF-7D1D-D84A-6FC6-EF88DC4FA78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Carmen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BD58B34E-8454-3161-2006-39A1152E51BF}"/>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329C1810-F75A-53B9-F9A0-8A7017FE1D8A}"/>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20DB9586-6A03-4F4E-01A8-C1222062D85C}"/>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3" name="Imagen 2" descr="The image is a pie chart showing the percentage of public opinion related to knowledge and opinion on various political figures, with a majority supporting MORENA.&#10;&#10;El contenido generado por IA puede ser incorrecto.">
            <a:extLst>
              <a:ext uri="{FF2B5EF4-FFF2-40B4-BE49-F238E27FC236}">
                <a16:creationId xmlns:a16="http://schemas.microsoft.com/office/drawing/2014/main" id="{C008E939-21F0-FB52-1910-ECCE17A5F584}"/>
              </a:ext>
            </a:extLst>
          </p:cNvPr>
          <p:cNvPicPr>
            <a:picLocks noChangeAspect="1"/>
          </p:cNvPicPr>
          <p:nvPr/>
        </p:nvPicPr>
        <p:blipFill>
          <a:blip r:embed="rId2"/>
          <a:stretch>
            <a:fillRect/>
          </a:stretch>
        </p:blipFill>
        <p:spPr>
          <a:xfrm>
            <a:off x="0" y="875249"/>
            <a:ext cx="7772400" cy="3278702"/>
          </a:xfrm>
          <a:prstGeom prst="rect">
            <a:avLst/>
          </a:prstGeom>
        </p:spPr>
      </p:pic>
    </p:spTree>
    <p:extLst>
      <p:ext uri="{BB962C8B-B14F-4D97-AF65-F5344CB8AC3E}">
        <p14:creationId xmlns:p14="http://schemas.microsoft.com/office/powerpoint/2010/main" val="3621836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58498-2BAE-60E1-CDB8-C2923F6F75B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242E8E2C-A1F5-2109-FBEF-F6E4A9BADDD0}"/>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8EDBD630-26DB-442F-30D6-C39CA59E8734}"/>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Carmen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63463486-CDED-E191-F3CD-D62A04F6BFD8}"/>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2BA4950B-61F9-D310-E834-6A635AD38DB2}"/>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DBD141F4-F17F-106D-B406-4429EA25ABDF}"/>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5" name="Imagen 4" descr="The image is a bar chart showing the percentage of voters who prefer Rocￃﾭo Abreu Artiￃﾱano as the MORENA candidate for mayor of Carmen, with the highest percentage at 36.8% and other candidates listed below with their respective percentages.&#10;&#10;El contenido generado por IA puede ser incorrecto.">
            <a:extLst>
              <a:ext uri="{FF2B5EF4-FFF2-40B4-BE49-F238E27FC236}">
                <a16:creationId xmlns:a16="http://schemas.microsoft.com/office/drawing/2014/main" id="{B1E80CEC-1A3F-C893-6E5C-BB030A2F8CF3}"/>
              </a:ext>
            </a:extLst>
          </p:cNvPr>
          <p:cNvPicPr>
            <a:picLocks noChangeAspect="1"/>
          </p:cNvPicPr>
          <p:nvPr/>
        </p:nvPicPr>
        <p:blipFill>
          <a:blip r:embed="rId2"/>
          <a:stretch>
            <a:fillRect/>
          </a:stretch>
        </p:blipFill>
        <p:spPr>
          <a:xfrm>
            <a:off x="1157085" y="924626"/>
            <a:ext cx="6012332" cy="3895424"/>
          </a:xfrm>
          <a:prstGeom prst="rect">
            <a:avLst/>
          </a:prstGeom>
        </p:spPr>
      </p:pic>
    </p:spTree>
    <p:extLst>
      <p:ext uri="{BB962C8B-B14F-4D97-AF65-F5344CB8AC3E}">
        <p14:creationId xmlns:p14="http://schemas.microsoft.com/office/powerpoint/2010/main" val="3969074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A58AC-7EF9-EE3F-CD5A-B9FD92ADA0E9}"/>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795AB4B-DE28-8360-2845-7496C542AFED}"/>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0C1E2A11-D0E7-A119-ED6C-1C70E1169D72}"/>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Carmen - Municipio</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69A05A95-F411-C5D9-166A-90E427F003E0}"/>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5F212CE6-817A-A2D5-1EEB-4BFDC385EE80}"/>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0BCE9E06-E85C-4B47-CF0F-9DEAA8A3F136}"/>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pic>
        <p:nvPicPr>
          <p:cNvPr id="3" name="Imagen 2" descr="The image is a bar chart comparing voter support percentages for four political candidates: Pablo Gutierrez Lazarus (Morena), Liz Hernￃﾡndez Romero, Biby Rabelo de la Torre, and Christian Castro Bello, for the governorship election in Campeche.&#10;&#10;El contenido generado por IA puede ser incorrecto.">
            <a:extLst>
              <a:ext uri="{FF2B5EF4-FFF2-40B4-BE49-F238E27FC236}">
                <a16:creationId xmlns:a16="http://schemas.microsoft.com/office/drawing/2014/main" id="{412EDF78-9548-38AC-9741-63EB749A6928}"/>
              </a:ext>
            </a:extLst>
          </p:cNvPr>
          <p:cNvPicPr>
            <a:picLocks noChangeAspect="1"/>
          </p:cNvPicPr>
          <p:nvPr/>
        </p:nvPicPr>
        <p:blipFill>
          <a:blip r:embed="rId2"/>
          <a:stretch>
            <a:fillRect/>
          </a:stretch>
        </p:blipFill>
        <p:spPr>
          <a:xfrm>
            <a:off x="-255" y="1046538"/>
            <a:ext cx="7772400" cy="3620842"/>
          </a:xfrm>
          <a:prstGeom prst="rect">
            <a:avLst/>
          </a:prstGeom>
        </p:spPr>
      </p:pic>
    </p:spTree>
    <p:extLst>
      <p:ext uri="{BB962C8B-B14F-4D97-AF65-F5344CB8AC3E}">
        <p14:creationId xmlns:p14="http://schemas.microsoft.com/office/powerpoint/2010/main" val="168557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7A2EE-57DA-E731-A63C-3A9A45FCBAE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05C7C75-ED20-2C89-05EE-4F987615071A}"/>
              </a:ext>
            </a:extLst>
          </p:cNvPr>
          <p:cNvSpPr txBox="1"/>
          <p:nvPr/>
        </p:nvSpPr>
        <p:spPr>
          <a:xfrm>
            <a:off x="412440" y="2514600"/>
            <a:ext cx="3297164"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ENCUESTA</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QUINTANA ROO</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3903882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3962-CAD9-F5FC-6FA7-ADFD6DC65BBB}"/>
            </a:ext>
          </a:extLst>
        </p:cNvPr>
        <p:cNvGrpSpPr/>
        <p:nvPr/>
      </p:nvGrpSpPr>
      <p:grpSpPr>
        <a:xfrm>
          <a:off x="0" y="0"/>
          <a:ext cx="0" cy="0"/>
          <a:chOff x="0" y="0"/>
          <a:chExt cx="0" cy="0"/>
        </a:xfrm>
      </p:grpSpPr>
      <p:pic>
        <p:nvPicPr>
          <p:cNvPr id="3" name="Imagen 2" descr="The image displays a bar chart comparing the relationship between knowledge (conocimiento) and opinion (opiniￃﾳn) across different political parties, specifically MORENA, with percentages for each party listed.&#10;&#10;El contenido generado por IA puede ser incorrecto.">
            <a:extLst>
              <a:ext uri="{FF2B5EF4-FFF2-40B4-BE49-F238E27FC236}">
                <a16:creationId xmlns:a16="http://schemas.microsoft.com/office/drawing/2014/main" id="{45623D23-6631-670D-81AD-06077F5C5D42}"/>
              </a:ext>
            </a:extLst>
          </p:cNvPr>
          <p:cNvPicPr>
            <a:picLocks noChangeAspect="1"/>
          </p:cNvPicPr>
          <p:nvPr/>
        </p:nvPicPr>
        <p:blipFill>
          <a:blip r:embed="rId2"/>
          <a:srcRect b="86554"/>
          <a:stretch>
            <a:fillRect/>
          </a:stretch>
        </p:blipFill>
        <p:spPr>
          <a:xfrm>
            <a:off x="0" y="797839"/>
            <a:ext cx="7772400" cy="461665"/>
          </a:xfrm>
          <a:prstGeom prst="rect">
            <a:avLst/>
          </a:prstGeom>
        </p:spPr>
      </p:pic>
      <p:sp>
        <p:nvSpPr>
          <p:cNvPr id="4" name="Rectángulo 3">
            <a:extLst>
              <a:ext uri="{FF2B5EF4-FFF2-40B4-BE49-F238E27FC236}">
                <a16:creationId xmlns:a16="http://schemas.microsoft.com/office/drawing/2014/main" id="{4B787BFE-29DD-EC9F-F2B4-49EE42FAF845}"/>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3CFFA03D-F58F-BF75-44E2-608B6024F6B0}"/>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Quintana Roo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1D160E64-E0A8-3FB4-A893-93A0F2C488A1}"/>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D622BC81-8540-4D46-A801-3BB2DEC9D8BA}"/>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The image is a pie chart displaying the percentage of people who associate each political party (MORENA) with various attributes (good, regular, bad) based on a survey.&#10;&#10;El contenido generado por IA puede ser incorrecto.">
            <a:extLst>
              <a:ext uri="{FF2B5EF4-FFF2-40B4-BE49-F238E27FC236}">
                <a16:creationId xmlns:a16="http://schemas.microsoft.com/office/drawing/2014/main" id="{F16855CA-0E37-A8FF-493B-F0A4A7194BB5}"/>
              </a:ext>
            </a:extLst>
          </p:cNvPr>
          <p:cNvPicPr>
            <a:picLocks noChangeAspect="1"/>
          </p:cNvPicPr>
          <p:nvPr/>
        </p:nvPicPr>
        <p:blipFill>
          <a:blip r:embed="rId3"/>
          <a:stretch>
            <a:fillRect/>
          </a:stretch>
        </p:blipFill>
        <p:spPr>
          <a:xfrm>
            <a:off x="0" y="1441216"/>
            <a:ext cx="7772400" cy="2996164"/>
          </a:xfrm>
          <a:prstGeom prst="rect">
            <a:avLst/>
          </a:prstGeom>
        </p:spPr>
      </p:pic>
      <p:sp>
        <p:nvSpPr>
          <p:cNvPr id="10" name="CuadroTexto 9">
            <a:extLst>
              <a:ext uri="{FF2B5EF4-FFF2-40B4-BE49-F238E27FC236}">
                <a16:creationId xmlns:a16="http://schemas.microsoft.com/office/drawing/2014/main" id="{F24D003C-CAF8-6659-38D4-4E7EC7E5182D}"/>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833383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AEF8-2796-70A2-F494-1EC503BD188D}"/>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DE18FBF-9475-21BB-8DCC-3C2F6944104F}"/>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78062F10-7B92-E7DB-8AEF-056E0869AC92}"/>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Quintana Roo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2A9B9E27-1087-9DD2-4177-D5DEEF99DB17}"/>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51DEEA8-7D6C-733F-77FE-9CFD9C0F3679}"/>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 name="Imagen 9" descr="The image displays a bar chart showing the percentage of voters who prefer different candidates for Governor or Governor of Quintana Roo, with Gino Segura leading at 24.7%.&#10;&#10;El contenido generado por IA puede ser incorrecto.">
            <a:extLst>
              <a:ext uri="{FF2B5EF4-FFF2-40B4-BE49-F238E27FC236}">
                <a16:creationId xmlns:a16="http://schemas.microsoft.com/office/drawing/2014/main" id="{3D520AE3-594E-03A2-A86A-CA669DD4D6F5}"/>
              </a:ext>
            </a:extLst>
          </p:cNvPr>
          <p:cNvPicPr>
            <a:picLocks noChangeAspect="1"/>
          </p:cNvPicPr>
          <p:nvPr/>
        </p:nvPicPr>
        <p:blipFill>
          <a:blip r:embed="rId2"/>
          <a:stretch>
            <a:fillRect/>
          </a:stretch>
        </p:blipFill>
        <p:spPr>
          <a:xfrm>
            <a:off x="669708" y="926755"/>
            <a:ext cx="6432473" cy="3935346"/>
          </a:xfrm>
          <a:prstGeom prst="rect">
            <a:avLst/>
          </a:prstGeom>
        </p:spPr>
      </p:pic>
      <p:sp>
        <p:nvSpPr>
          <p:cNvPr id="3" name="CuadroTexto 2">
            <a:extLst>
              <a:ext uri="{FF2B5EF4-FFF2-40B4-BE49-F238E27FC236}">
                <a16:creationId xmlns:a16="http://schemas.microsoft.com/office/drawing/2014/main" id="{43E0D45C-7D93-D7FA-930E-9AE7E5FE1269}"/>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537280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F93FA-5626-34A6-CADB-5B9A1DE239B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A7B7A194-2533-064E-C125-E09042CF72A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6015267C-9903-16AA-C81F-2CEC24F3EAD7}"/>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Quintana Roo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E0F76D2E-9184-09F5-2AA9-969B86590337}"/>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429CBE6D-6E33-7B8B-8C97-200706A657EF}"/>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Imagen 2" descr="The image is a bar chart depicting the percentage of respondents who believe MORENA has the highest chance of winning the upcoming gubernatorial elections in their state, with Gino Segura leading at 37%, followed by Ana Paty Peralta at 24%.&#10;&#10;El contenido generado por IA puede ser incorrecto.">
            <a:extLst>
              <a:ext uri="{FF2B5EF4-FFF2-40B4-BE49-F238E27FC236}">
                <a16:creationId xmlns:a16="http://schemas.microsoft.com/office/drawing/2014/main" id="{AF6A36D4-F77C-72F5-0379-BBEA622B17B7}"/>
              </a:ext>
            </a:extLst>
          </p:cNvPr>
          <p:cNvPicPr>
            <a:picLocks noChangeAspect="1"/>
          </p:cNvPicPr>
          <p:nvPr/>
        </p:nvPicPr>
        <p:blipFill>
          <a:blip r:embed="rId2">
            <a:extLst>
              <a:ext uri="{28A0092B-C50C-407E-A947-70E740481C1C}">
                <a14:useLocalDpi xmlns:a14="http://schemas.microsoft.com/office/drawing/2010/main" val="0"/>
              </a:ext>
            </a:extLst>
          </a:blip>
          <a:srcRect l="7549" r="8759"/>
          <a:stretch>
            <a:fillRect/>
          </a:stretch>
        </p:blipFill>
        <p:spPr>
          <a:xfrm>
            <a:off x="1132404" y="895493"/>
            <a:ext cx="5840437" cy="3929803"/>
          </a:xfrm>
          <a:prstGeom prst="rect">
            <a:avLst/>
          </a:prstGeom>
        </p:spPr>
      </p:pic>
      <p:sp>
        <p:nvSpPr>
          <p:cNvPr id="9" name="CuadroTexto 8">
            <a:extLst>
              <a:ext uri="{FF2B5EF4-FFF2-40B4-BE49-F238E27FC236}">
                <a16:creationId xmlns:a16="http://schemas.microsoft.com/office/drawing/2014/main" id="{DA645542-2F53-B77B-BD37-965DA427EB9E}"/>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62116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F4704-E56B-B772-323A-02589E7F9F06}"/>
            </a:ext>
          </a:extLst>
        </p:cNvPr>
        <p:cNvGrpSpPr/>
        <p:nvPr/>
      </p:nvGrpSpPr>
      <p:grpSpPr>
        <a:xfrm>
          <a:off x="0" y="0"/>
          <a:ext cx="0" cy="0"/>
          <a:chOff x="0" y="0"/>
          <a:chExt cx="0" cy="0"/>
        </a:xfrm>
      </p:grpSpPr>
      <p:pic>
        <p:nvPicPr>
          <p:cNvPr id="15" name="Imagen 14" descr="The image shows a poll with three questions on opinion, knowledge, and movement, featuring participants Roberto Palazuelos and Josￃﾩ Luis Pech, with their respective percentages for each category.&#10;&#10;El contenido generado por IA puede ser incorrecto.">
            <a:extLst>
              <a:ext uri="{FF2B5EF4-FFF2-40B4-BE49-F238E27FC236}">
                <a16:creationId xmlns:a16="http://schemas.microsoft.com/office/drawing/2014/main" id="{D02D25BA-862A-DE18-3845-186030E0B5C7}"/>
              </a:ext>
            </a:extLst>
          </p:cNvPr>
          <p:cNvPicPr>
            <a:picLocks noChangeAspect="1"/>
          </p:cNvPicPr>
          <p:nvPr/>
        </p:nvPicPr>
        <p:blipFill>
          <a:blip r:embed="rId2"/>
          <a:stretch>
            <a:fillRect/>
          </a:stretch>
        </p:blipFill>
        <p:spPr>
          <a:xfrm>
            <a:off x="3905635" y="3089895"/>
            <a:ext cx="3496397" cy="1459366"/>
          </a:xfrm>
          <a:prstGeom prst="rect">
            <a:avLst/>
          </a:prstGeom>
        </p:spPr>
      </p:pic>
      <p:pic>
        <p:nvPicPr>
          <p:cNvPr id="12" name="Imagen 11">
            <a:extLst>
              <a:ext uri="{FF2B5EF4-FFF2-40B4-BE49-F238E27FC236}">
                <a16:creationId xmlns:a16="http://schemas.microsoft.com/office/drawing/2014/main" id="{FBEE1740-F505-3F58-7F6C-1B098BB9F62A}"/>
              </a:ext>
            </a:extLst>
          </p:cNvPr>
          <p:cNvPicPr>
            <a:picLocks noChangeAspect="1"/>
          </p:cNvPicPr>
          <p:nvPr/>
        </p:nvPicPr>
        <p:blipFill>
          <a:blip r:embed="rId3"/>
          <a:stretch>
            <a:fillRect/>
          </a:stretch>
        </p:blipFill>
        <p:spPr>
          <a:xfrm>
            <a:off x="3934131" y="1076692"/>
            <a:ext cx="3415169" cy="1720686"/>
          </a:xfrm>
          <a:prstGeom prst="rect">
            <a:avLst/>
          </a:prstGeom>
        </p:spPr>
      </p:pic>
      <p:sp>
        <p:nvSpPr>
          <p:cNvPr id="4" name="Rectángulo 3">
            <a:extLst>
              <a:ext uri="{FF2B5EF4-FFF2-40B4-BE49-F238E27FC236}">
                <a16:creationId xmlns:a16="http://schemas.microsoft.com/office/drawing/2014/main" id="{DEE28F12-80B9-A156-2D91-4CFDD06ABC5A}"/>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14D046EF-7E7A-8BDA-9F5D-9536BDC221DC}"/>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Quintana Roo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30C62183-E7F8-95E3-E531-B9F2625486CE}"/>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9E1EAE6-40DE-ABFD-F9A2-349F0BD7E8C5}"/>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Marybel Villegas&#10;&#10;El contenido generado por IA puede ser incorrecto.">
            <a:extLst>
              <a:ext uri="{FF2B5EF4-FFF2-40B4-BE49-F238E27FC236}">
                <a16:creationId xmlns:a16="http://schemas.microsoft.com/office/drawing/2014/main" id="{B96B6FEE-096F-5DAB-7F03-C67349FC93D0}"/>
              </a:ext>
            </a:extLst>
          </p:cNvPr>
          <p:cNvPicPr>
            <a:picLocks noChangeAspect="1"/>
          </p:cNvPicPr>
          <p:nvPr/>
        </p:nvPicPr>
        <p:blipFill>
          <a:blip r:embed="rId4"/>
          <a:stretch>
            <a:fillRect/>
          </a:stretch>
        </p:blipFill>
        <p:spPr>
          <a:xfrm>
            <a:off x="207290" y="982847"/>
            <a:ext cx="3415168" cy="1796753"/>
          </a:xfrm>
          <a:prstGeom prst="rect">
            <a:avLst/>
          </a:prstGeom>
        </p:spPr>
      </p:pic>
      <p:sp>
        <p:nvSpPr>
          <p:cNvPr id="3" name="CuadroTexto 2">
            <a:extLst>
              <a:ext uri="{FF2B5EF4-FFF2-40B4-BE49-F238E27FC236}">
                <a16:creationId xmlns:a16="http://schemas.microsoft.com/office/drawing/2014/main" id="{63CB454B-7E37-D748-D6A9-C93575087790}"/>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942661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077A-C401-CF10-F133-30C47BF5A58C}"/>
            </a:ext>
          </a:extLst>
        </p:cNvPr>
        <p:cNvGrpSpPr/>
        <p:nvPr/>
      </p:nvGrpSpPr>
      <p:grpSpPr>
        <a:xfrm>
          <a:off x="0" y="0"/>
          <a:ext cx="0" cy="0"/>
          <a:chOff x="0" y="0"/>
          <a:chExt cx="0" cy="0"/>
        </a:xfrm>
      </p:grpSpPr>
      <p:pic>
        <p:nvPicPr>
          <p:cNvPr id="3" name="Imagen 2" descr="The image is a pie chart showing the percentage of people who would vote for each candidate in the Governor's election for Quintana Roo.&#10;&#10;El contenido generado por IA puede ser incorrecto.">
            <a:extLst>
              <a:ext uri="{FF2B5EF4-FFF2-40B4-BE49-F238E27FC236}">
                <a16:creationId xmlns:a16="http://schemas.microsoft.com/office/drawing/2014/main" id="{E7DC7888-E4B1-1AB7-3FF0-5AF61E6A4955}"/>
              </a:ext>
            </a:extLst>
          </p:cNvPr>
          <p:cNvPicPr>
            <a:picLocks noChangeAspect="1"/>
          </p:cNvPicPr>
          <p:nvPr/>
        </p:nvPicPr>
        <p:blipFill>
          <a:blip r:embed="rId2">
            <a:extLst>
              <a:ext uri="{28A0092B-C50C-407E-A947-70E740481C1C}">
                <a14:useLocalDpi xmlns:a14="http://schemas.microsoft.com/office/drawing/2010/main" val="0"/>
              </a:ext>
            </a:extLst>
          </a:blip>
          <a:srcRect l="6580" t="3733" r="5938" b="6561"/>
          <a:stretch>
            <a:fillRect/>
          </a:stretch>
        </p:blipFill>
        <p:spPr>
          <a:xfrm>
            <a:off x="511370" y="858063"/>
            <a:ext cx="6799495" cy="3917619"/>
          </a:xfrm>
          <a:prstGeom prst="rect">
            <a:avLst/>
          </a:prstGeom>
        </p:spPr>
      </p:pic>
      <p:sp>
        <p:nvSpPr>
          <p:cNvPr id="4" name="Rectángulo 3">
            <a:extLst>
              <a:ext uri="{FF2B5EF4-FFF2-40B4-BE49-F238E27FC236}">
                <a16:creationId xmlns:a16="http://schemas.microsoft.com/office/drawing/2014/main" id="{C1BE3553-D13B-B2F8-2BD4-C5812695DEC0}"/>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A81FA3B3-F5AD-DB0E-0897-11A8C6C0439A}"/>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Quintana Roo - Estatal</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7663C3D6-244F-0F09-EDE3-9C75ECB5AE61}"/>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4CCB175B-0CBC-83E4-785E-5128DA71DC05}"/>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DDCBC590-3C0B-079B-055E-087FA237355C}"/>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754542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29F15-BC4C-C211-EB17-A2C63550DB5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FC1BE9A-54A8-ABE6-8949-5F34589BE924}"/>
              </a:ext>
            </a:extLst>
          </p:cNvPr>
          <p:cNvSpPr txBox="1"/>
          <p:nvPr/>
        </p:nvSpPr>
        <p:spPr>
          <a:xfrm>
            <a:off x="412440" y="2514600"/>
            <a:ext cx="3903875"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ENCUESTA</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MÉRIDA YUCATÁN</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942720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E31E-C021-E272-3152-8B901CCD42E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2BA1342-F9B0-6A7A-040C-5E86F0152E6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426C1C2A-27B9-2D96-D2CD-82F8AF9DD104}"/>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Yucatán - Mérida</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4ADA3860-BDA4-23BF-892B-5CE0A5C4EFD5}"/>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5B8D0067-A79E-71DB-36C4-1B20DA3CA41D}"/>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The image is a pie chart illustrating the results of a survey where respondents rate the performance of a local official (presumably in Mￃﾩrida, Mexico) on a scale of 1 to 10, with categories for approval, disapproval, and no response.&#10;&#10;El contenido generado por IA puede ser incorrecto.">
            <a:extLst>
              <a:ext uri="{FF2B5EF4-FFF2-40B4-BE49-F238E27FC236}">
                <a16:creationId xmlns:a16="http://schemas.microsoft.com/office/drawing/2014/main" id="{1F17E781-9E10-3318-0AC4-FC79019539C6}"/>
              </a:ext>
            </a:extLst>
          </p:cNvPr>
          <p:cNvPicPr>
            <a:picLocks noChangeAspect="1"/>
          </p:cNvPicPr>
          <p:nvPr/>
        </p:nvPicPr>
        <p:blipFill>
          <a:blip r:embed="rId2"/>
          <a:stretch>
            <a:fillRect/>
          </a:stretch>
        </p:blipFill>
        <p:spPr>
          <a:xfrm>
            <a:off x="273028" y="839376"/>
            <a:ext cx="7236000" cy="3824643"/>
          </a:xfrm>
          <a:prstGeom prst="rect">
            <a:avLst/>
          </a:prstGeom>
        </p:spPr>
      </p:pic>
      <p:sp>
        <p:nvSpPr>
          <p:cNvPr id="3" name="CuadroTexto 2">
            <a:extLst>
              <a:ext uri="{FF2B5EF4-FFF2-40B4-BE49-F238E27FC236}">
                <a16:creationId xmlns:a16="http://schemas.microsoft.com/office/drawing/2014/main" id="{16765703-192D-7BC0-59F9-115FACF5967B}"/>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54388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41EF-3871-F130-3AB6-A7A84C5A20D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DD0CFD81-B8A5-3B19-AA94-9C8ED37CBD33}"/>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8FE4641D-4381-421B-886E-E94E3921BA94}"/>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Yucatán - Mérida</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65D5C21E-B902-CB03-8F24-2AF993BB9146}"/>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D5BD740-50B4-DD26-9598-C7F36C17F3E4}"/>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Imagen 2" descr="No sabe&#10;&#10;El contenido generado por IA puede ser incorrecto.">
            <a:extLst>
              <a:ext uri="{FF2B5EF4-FFF2-40B4-BE49-F238E27FC236}">
                <a16:creationId xmlns:a16="http://schemas.microsoft.com/office/drawing/2014/main" id="{1F3C0F9B-AD55-DF04-A06D-D533F75C0875}"/>
              </a:ext>
            </a:extLst>
          </p:cNvPr>
          <p:cNvPicPr>
            <a:picLocks noChangeAspect="1"/>
          </p:cNvPicPr>
          <p:nvPr/>
        </p:nvPicPr>
        <p:blipFill>
          <a:blip r:embed="rId2"/>
          <a:stretch>
            <a:fillRect/>
          </a:stretch>
        </p:blipFill>
        <p:spPr>
          <a:xfrm>
            <a:off x="273028" y="931079"/>
            <a:ext cx="7236000" cy="3766977"/>
          </a:xfrm>
          <a:prstGeom prst="rect">
            <a:avLst/>
          </a:prstGeom>
        </p:spPr>
      </p:pic>
      <p:sp>
        <p:nvSpPr>
          <p:cNvPr id="9" name="CuadroTexto 8">
            <a:extLst>
              <a:ext uri="{FF2B5EF4-FFF2-40B4-BE49-F238E27FC236}">
                <a16:creationId xmlns:a16="http://schemas.microsoft.com/office/drawing/2014/main" id="{EAAE33E9-381D-060F-31C7-A4135FBDFFCA}"/>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366005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E1137-742B-3CE9-F261-FF6AC0BA59B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8D4BF8D3-5F68-2C15-7DDE-29DC9CEA9AD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517B1306-7A96-7141-3430-7D3F80868D0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Yucatán - Mérida</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04BCB8DB-EF95-6CB7-F794-D8EE1A27B43E}"/>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E0A9CF6E-8A4D-CAB2-A514-62D839A08687}"/>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Imagen 8" descr="The image is a poll for the MORENA party, showing voter preferences for the mayoral candidate in Mￃﾩrida, with Rommel Pacheco receiving the most support at 25%.&#10;&#10;El contenido generado por IA puede ser incorrecto.">
            <a:extLst>
              <a:ext uri="{FF2B5EF4-FFF2-40B4-BE49-F238E27FC236}">
                <a16:creationId xmlns:a16="http://schemas.microsoft.com/office/drawing/2014/main" id="{EAF6BA82-ED87-DAE5-77B5-92BAFA61F8D8}"/>
              </a:ext>
            </a:extLst>
          </p:cNvPr>
          <p:cNvPicPr>
            <a:picLocks noChangeAspect="1"/>
          </p:cNvPicPr>
          <p:nvPr/>
        </p:nvPicPr>
        <p:blipFill>
          <a:blip r:embed="rId2"/>
          <a:stretch>
            <a:fillRect/>
          </a:stretch>
        </p:blipFill>
        <p:spPr>
          <a:xfrm>
            <a:off x="273028" y="899209"/>
            <a:ext cx="7236000" cy="3817991"/>
          </a:xfrm>
          <a:prstGeom prst="rect">
            <a:avLst/>
          </a:prstGeom>
        </p:spPr>
      </p:pic>
      <p:sp>
        <p:nvSpPr>
          <p:cNvPr id="3" name="CuadroTexto 2">
            <a:extLst>
              <a:ext uri="{FF2B5EF4-FFF2-40B4-BE49-F238E27FC236}">
                <a16:creationId xmlns:a16="http://schemas.microsoft.com/office/drawing/2014/main" id="{B526A2F9-FB8E-CA0A-9A5E-D92DF70805D0}"/>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2220231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C8E27B0-1B06-91E6-B01C-AA4D9C8DB7F8}"/>
              </a:ext>
            </a:extLst>
          </p:cNvPr>
          <p:cNvSpPr txBox="1"/>
          <p:nvPr/>
        </p:nvSpPr>
        <p:spPr>
          <a:xfrm>
            <a:off x="412440" y="2514600"/>
            <a:ext cx="2092409"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20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ACTUALI</a:t>
            </a:r>
            <a:r>
              <a:rPr lang="es-MX" sz="2000" dirty="0">
                <a:solidFill>
                  <a:srgbClr val="857A3B"/>
                </a:solidFill>
                <a:latin typeface="Montserrat" panose="00000500000000000000" pitchFamily="2" charset="0"/>
                <a:ea typeface="Open Sans" pitchFamily="2" charset="0"/>
                <a:cs typeface="Open Sans" pitchFamily="2" charset="0"/>
              </a:rPr>
              <a:t>DAD</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C3</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1487211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24D45-C0A0-8A0C-1A6F-ED85CBC981B2}"/>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B72DAEF8-7C40-799C-6023-41E87D2980F4}"/>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0EA0A803-F12C-A806-B0A1-C8BE8653E668}"/>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MX" sz="1000" b="1" dirty="0">
                <a:latin typeface="Montserrat" panose="00000500000000000000" pitchFamily="2" charset="0"/>
                <a:ea typeface="Open Sans" pitchFamily="2" charset="0"/>
                <a:cs typeface="Open Sans" pitchFamily="2" charset="0"/>
              </a:rPr>
              <a:t>CONCENTRADO C3</a:t>
            </a:r>
            <a:endPar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cxnSp>
        <p:nvCxnSpPr>
          <p:cNvPr id="10" name="Conector recto 9">
            <a:extLst>
              <a:ext uri="{FF2B5EF4-FFF2-40B4-BE49-F238E27FC236}">
                <a16:creationId xmlns:a16="http://schemas.microsoft.com/office/drawing/2014/main" id="{F9130F65-B0E2-A5B0-03DC-7B760380E655}"/>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038DC4E3-89E6-28D6-1C98-8ECC153151E0}"/>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7989CFFD-8A32-B94D-1877-292B7D84943C}"/>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graphicFrame>
        <p:nvGraphicFramePr>
          <p:cNvPr id="5" name="Tabla 4">
            <a:extLst>
              <a:ext uri="{FF2B5EF4-FFF2-40B4-BE49-F238E27FC236}">
                <a16:creationId xmlns:a16="http://schemas.microsoft.com/office/drawing/2014/main" id="{767F1DC0-0218-0533-A193-AC5734B76B73}"/>
              </a:ext>
            </a:extLst>
          </p:cNvPr>
          <p:cNvGraphicFramePr>
            <a:graphicFrameLocks noGrp="1"/>
          </p:cNvGraphicFramePr>
          <p:nvPr/>
        </p:nvGraphicFramePr>
        <p:xfrm>
          <a:off x="273028" y="914400"/>
          <a:ext cx="7236002" cy="3204478"/>
        </p:xfrm>
        <a:graphic>
          <a:graphicData uri="http://schemas.openxmlformats.org/drawingml/2006/table">
            <a:tbl>
              <a:tblPr>
                <a:tableStyleId>{5940675A-B579-460E-94D1-54222C63F5DA}</a:tableStyleId>
              </a:tblPr>
              <a:tblGrid>
                <a:gridCol w="618628">
                  <a:extLst>
                    <a:ext uri="{9D8B030D-6E8A-4147-A177-3AD203B41FA5}">
                      <a16:colId xmlns:a16="http://schemas.microsoft.com/office/drawing/2014/main" val="699768121"/>
                    </a:ext>
                  </a:extLst>
                </a:gridCol>
                <a:gridCol w="1235140">
                  <a:extLst>
                    <a:ext uri="{9D8B030D-6E8A-4147-A177-3AD203B41FA5}">
                      <a16:colId xmlns:a16="http://schemas.microsoft.com/office/drawing/2014/main" val="287995399"/>
                    </a:ext>
                  </a:extLst>
                </a:gridCol>
                <a:gridCol w="1747158">
                  <a:extLst>
                    <a:ext uri="{9D8B030D-6E8A-4147-A177-3AD203B41FA5}">
                      <a16:colId xmlns:a16="http://schemas.microsoft.com/office/drawing/2014/main" val="2596171652"/>
                    </a:ext>
                  </a:extLst>
                </a:gridCol>
                <a:gridCol w="1890032">
                  <a:extLst>
                    <a:ext uri="{9D8B030D-6E8A-4147-A177-3AD203B41FA5}">
                      <a16:colId xmlns:a16="http://schemas.microsoft.com/office/drawing/2014/main" val="910220731"/>
                    </a:ext>
                  </a:extLst>
                </a:gridCol>
                <a:gridCol w="1745044">
                  <a:extLst>
                    <a:ext uri="{9D8B030D-6E8A-4147-A177-3AD203B41FA5}">
                      <a16:colId xmlns:a16="http://schemas.microsoft.com/office/drawing/2014/main" val="2701819461"/>
                    </a:ext>
                  </a:extLst>
                </a:gridCol>
              </a:tblGrid>
              <a:tr h="389841">
                <a:tc>
                  <a:txBody>
                    <a:bodyPr/>
                    <a:lstStyle/>
                    <a:p>
                      <a:pPr algn="ctr" fontAlgn="b"/>
                      <a:r>
                        <a:rPr lang="es-MX" sz="600" b="1" i="0" u="none" strike="noStrike" dirty="0">
                          <a:solidFill>
                            <a:schemeClr val="bg1"/>
                          </a:solidFill>
                          <a:effectLst/>
                          <a:latin typeface="Montserrat" panose="00000500000000000000" pitchFamily="2" charset="0"/>
                        </a:rPr>
                        <a:t>BLOQUE</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u="none" strike="noStrike" dirty="0">
                          <a:solidFill>
                            <a:schemeClr val="bg1"/>
                          </a:solidFill>
                          <a:effectLst/>
                          <a:latin typeface="Montserrat" panose="00000500000000000000" pitchFamily="2" charset="0"/>
                        </a:rPr>
                        <a:t>ESTADO</a:t>
                      </a:r>
                      <a:endParaRPr lang="es-MX" sz="600" b="1" i="0" u="none" strike="noStrike" dirty="0">
                        <a:solidFill>
                          <a:schemeClr val="bg1"/>
                        </a:solidFill>
                        <a:effectLst/>
                        <a:latin typeface="Montserrat" panose="00000500000000000000" pitchFamily="2" charset="0"/>
                      </a:endParaRP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MPIOS PRIORITARIOS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MAPA POLÍTICO </a:t>
                      </a:r>
                    </a:p>
                    <a:p>
                      <a:pPr algn="ctr" fontAlgn="b"/>
                      <a:r>
                        <a:rPr lang="es-MX" sz="600" b="0" i="0" u="none" strike="noStrike" dirty="0">
                          <a:solidFill>
                            <a:schemeClr val="bg1"/>
                          </a:solidFill>
                          <a:effectLst/>
                          <a:latin typeface="Montserrat" panose="00000500000000000000" pitchFamily="2" charset="0"/>
                        </a:rPr>
                        <a:t>MUNICIPIOS PRIORITARIOS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fontAlgn="b"/>
                      <a:r>
                        <a:rPr lang="es-MX" sz="600" b="1" i="0" u="none" strike="noStrike" dirty="0">
                          <a:solidFill>
                            <a:schemeClr val="bg1"/>
                          </a:solidFill>
                          <a:effectLst/>
                          <a:latin typeface="Montserrat" panose="00000500000000000000" pitchFamily="2" charset="0"/>
                        </a:rPr>
                        <a:t>ENCUESTAS</a:t>
                      </a:r>
                    </a:p>
                  </a:txBody>
                  <a:tcPr marL="36000" marR="36000" marT="18000" marB="1800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761362656"/>
                  </a:ext>
                </a:extLst>
              </a:tr>
              <a:tr h="402091">
                <a:tc rowSpan="3">
                  <a:txBody>
                    <a:bodyPr/>
                    <a:lstStyle/>
                    <a:p>
                      <a:pPr algn="ctr" rtl="0" fontAlgn="b"/>
                      <a:r>
                        <a:rPr lang="es-MX" sz="800" b="0" i="0" u="none" strike="noStrike" dirty="0">
                          <a:solidFill>
                            <a:schemeClr val="tx1"/>
                          </a:solidFill>
                          <a:effectLst/>
                          <a:latin typeface="Montserrat" panose="00000500000000000000" pitchFamily="2" charset="0"/>
                        </a:rPr>
                        <a:t>1</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Yucatán</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1000" b="1" i="0" u="none" strike="noStrike" dirty="0">
                          <a:solidFill>
                            <a:schemeClr val="tx1"/>
                          </a:solidFill>
                          <a:effectLst/>
                          <a:latin typeface="Montserrat" panose="00000500000000000000" pitchFamily="2" charset="0"/>
                        </a:rPr>
                        <a:t>11 </a:t>
                      </a:r>
                      <a:r>
                        <a:rPr lang="es-MX" sz="1000" b="0" i="0" u="none" strike="noStrike" dirty="0">
                          <a:solidFill>
                            <a:schemeClr val="tx1"/>
                          </a:solidFill>
                          <a:effectLst/>
                          <a:latin typeface="Montserrat" panose="00000500000000000000" pitchFamily="2" charset="0"/>
                        </a:rPr>
                        <a:t>/ 106</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100%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6</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 Encuesta: 16 municipios, 6 distritos federales, 21 distritos locales</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7833799"/>
                  </a:ext>
                </a:extLst>
              </a:tr>
              <a:tr h="402091">
                <a:tc vMerge="1">
                  <a:txBody>
                    <a:bodyPr/>
                    <a:lstStyle/>
                    <a:p>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Campeche</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s-MX" sz="1000" b="1" i="0" u="none" strike="noStrike" dirty="0">
                          <a:solidFill>
                            <a:schemeClr val="tx1"/>
                          </a:solidFill>
                          <a:effectLst/>
                          <a:latin typeface="Montserrat" panose="00000500000000000000" pitchFamily="2" charset="0"/>
                        </a:rPr>
                        <a:t>4</a:t>
                      </a:r>
                      <a:r>
                        <a:rPr lang="es-MX" sz="1000" b="0" i="0" u="none" strike="noStrike" dirty="0">
                          <a:solidFill>
                            <a:schemeClr val="tx1"/>
                          </a:solidFill>
                          <a:effectLst/>
                          <a:latin typeface="Montserrat" panose="00000500000000000000" pitchFamily="2" charset="0"/>
                        </a:rPr>
                        <a:t> / 13</a:t>
                      </a:r>
                    </a:p>
                  </a:txBody>
                  <a:tcPr marL="36000" marR="36000"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95%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6</a:t>
                      </a:r>
                    </a:p>
                  </a:txBody>
                  <a:tcPr marL="36000" marR="36000"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1 Encuesta Estatal, 2 Distritales, 2 Municipales</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2830089"/>
                  </a:ext>
                </a:extLst>
              </a:tr>
              <a:tr h="402091">
                <a:tc vMerge="1">
                  <a:txBody>
                    <a:bodyPr/>
                    <a:lstStyle/>
                    <a:p>
                      <a:endParaRPr dirty="0"/>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Quintana Roo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5</a:t>
                      </a:r>
                      <a:r>
                        <a:rPr lang="es-MX" sz="1000" b="0" i="0" u="none" strike="noStrike" kern="1200" dirty="0">
                          <a:solidFill>
                            <a:schemeClr val="tx1"/>
                          </a:solidFill>
                          <a:effectLst/>
                          <a:latin typeface="Montserrat" panose="00000500000000000000" pitchFamily="2" charset="0"/>
                          <a:ea typeface="+mn-ea"/>
                          <a:cs typeface="+mn-cs"/>
                        </a:rPr>
                        <a:t> / 11</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95%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5</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 Encuesta Estatal</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0010536"/>
                  </a:ext>
                </a:extLst>
              </a:tr>
              <a:tr h="402091">
                <a:tc rowSpan="3">
                  <a:txBody>
                    <a:bodyPr/>
                    <a:lstStyle/>
                    <a:p>
                      <a:pPr algn="ctr" rtl="0" fontAlgn="b"/>
                      <a:r>
                        <a:rPr lang="es-MX" sz="800" b="0" i="0" u="none" strike="noStrike" dirty="0">
                          <a:solidFill>
                            <a:schemeClr val="tx1"/>
                          </a:solidFill>
                          <a:effectLst/>
                          <a:latin typeface="Montserrat" panose="00000500000000000000" pitchFamily="2" charset="0"/>
                        </a:rPr>
                        <a:t>2</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b"/>
                      <a:r>
                        <a:rPr lang="es-MX" sz="800" b="0" i="0" u="none" strike="noStrike" dirty="0">
                          <a:solidFill>
                            <a:schemeClr val="tx1"/>
                          </a:solidFill>
                          <a:effectLst/>
                          <a:latin typeface="Montserrat" panose="00000500000000000000" pitchFamily="2" charset="0"/>
                        </a:rPr>
                        <a:t> Tabasco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11</a:t>
                      </a:r>
                      <a:r>
                        <a:rPr lang="es-MX" sz="1000" b="0" i="0" u="none" strike="noStrike" kern="1200" dirty="0">
                          <a:solidFill>
                            <a:schemeClr val="tx1"/>
                          </a:solidFill>
                          <a:effectLst/>
                          <a:latin typeface="Montserrat" panose="00000500000000000000" pitchFamily="2" charset="0"/>
                          <a:ea typeface="+mn-ea"/>
                          <a:cs typeface="+mn-cs"/>
                        </a:rPr>
                        <a:t> / 17</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90%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4</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fontAlgn="b" latinLnBrk="0" hangingPunct="1"/>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02008148"/>
                  </a:ext>
                </a:extLst>
              </a:tr>
              <a:tr h="402091">
                <a:tc vMerge="1">
                  <a:txBody>
                    <a:bodyPr/>
                    <a:lstStyle/>
                    <a:p>
                      <a:endParaRP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Chiapas</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s-MX" sz="1000" b="1" i="0" u="none" strike="noStrike" kern="1200" dirty="0">
                          <a:solidFill>
                            <a:schemeClr val="tx1"/>
                          </a:solidFill>
                          <a:effectLst/>
                          <a:latin typeface="Montserrat" panose="00000500000000000000" pitchFamily="2" charset="0"/>
                          <a:ea typeface="+mn-ea"/>
                          <a:cs typeface="+mn-cs"/>
                        </a:rPr>
                        <a:t>37</a:t>
                      </a:r>
                      <a:r>
                        <a:rPr lang="es-MX" sz="1000" b="0" i="0" u="none" strike="noStrike" kern="1200" dirty="0">
                          <a:solidFill>
                            <a:schemeClr val="tx1"/>
                          </a:solidFill>
                          <a:effectLst/>
                          <a:latin typeface="Montserrat" panose="00000500000000000000" pitchFamily="2" charset="0"/>
                          <a:ea typeface="+mn-ea"/>
                          <a:cs typeface="+mn-cs"/>
                        </a:rPr>
                        <a:t> / 124</a:t>
                      </a: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50%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MX" sz="800" b="0" i="0" u="none" strike="noStrike" kern="1200" dirty="0">
                          <a:solidFill>
                            <a:schemeClr val="tx1"/>
                          </a:solidFill>
                          <a:effectLst/>
                          <a:latin typeface="Montserrat" panose="00000500000000000000" pitchFamily="2" charset="0"/>
                          <a:ea typeface="+mn-ea"/>
                          <a:cs typeface="+mn-cs"/>
                        </a:rPr>
                        <a:t>11 Encuestas Municipales (uno por cada municipio)</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41566129"/>
                  </a:ext>
                </a:extLst>
              </a:tr>
              <a:tr h="402091">
                <a:tc vMerge="1">
                  <a:txBody>
                    <a:bodyPr/>
                    <a:lstStyle/>
                    <a:p>
                      <a:endParaRPr dirty="0"/>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Oaxaca</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578485" rtl="0" eaLnBrk="1" fontAlgn="b" latinLnBrk="0" hangingPunct="1">
                        <a:lnSpc>
                          <a:spcPct val="100000"/>
                        </a:lnSpc>
                        <a:spcBef>
                          <a:spcPts val="0"/>
                        </a:spcBef>
                        <a:spcAft>
                          <a:spcPts val="0"/>
                        </a:spcAft>
                        <a:buClrTx/>
                        <a:buSzTx/>
                        <a:buFontTx/>
                        <a:buNone/>
                        <a:tabLst/>
                        <a:defRPr/>
                      </a:pPr>
                      <a:endParaRPr lang="es-MX" sz="10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40%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defTabSz="914400" rtl="0" eaLnBrk="1" fontAlgn="b" latinLnBrk="0" hangingPunct="1"/>
                      <a:r>
                        <a:rPr lang="es-MX" sz="800" b="0" i="0" u="none" strike="noStrike" kern="1200" dirty="0">
                          <a:solidFill>
                            <a:schemeClr val="tx1"/>
                          </a:solidFill>
                          <a:effectLst/>
                          <a:latin typeface="Montserrat" panose="00000500000000000000" pitchFamily="2" charset="0"/>
                          <a:ea typeface="+mn-ea"/>
                          <a:cs typeface="+mn-cs"/>
                        </a:rPr>
                        <a:t>1 Encuesta Municipal (Oaxaca de Juárez)</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59319516"/>
                  </a:ext>
                </a:extLst>
              </a:tr>
              <a:tr h="402091">
                <a:tc>
                  <a:txBody>
                    <a:bodyPr/>
                    <a:lstStyle/>
                    <a:p>
                      <a:pPr algn="ctr" rtl="0" fontAlgn="b"/>
                      <a:r>
                        <a:rPr lang="es-MX" sz="800" b="0" i="0" u="none" strike="noStrike" dirty="0">
                          <a:solidFill>
                            <a:schemeClr val="tx1"/>
                          </a:solidFill>
                          <a:effectLst/>
                          <a:latin typeface="Montserrat" panose="00000500000000000000" pitchFamily="2" charset="0"/>
                        </a:rPr>
                        <a:t>3</a:t>
                      </a:r>
                    </a:p>
                  </a:txBody>
                  <a:tcPr marL="36000" marR="36000"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s-MX" sz="800" b="0" i="0" u="none" strike="noStrike" dirty="0">
                          <a:solidFill>
                            <a:schemeClr val="tx1"/>
                          </a:solidFill>
                          <a:effectLst/>
                          <a:latin typeface="Montserrat" panose="00000500000000000000" pitchFamily="2" charset="0"/>
                        </a:rPr>
                        <a:t> Veracruz</a:t>
                      </a: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s-MX" sz="10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3175"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50% </a:t>
                      </a:r>
                      <a:r>
                        <a:rPr kumimoji="0" lang="es-MX" sz="10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a:t>
                      </a:r>
                      <a:r>
                        <a:rPr kumimoji="0" lang="es-MX" sz="1000" b="1"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 </a:t>
                      </a:r>
                      <a:r>
                        <a:rPr kumimoji="0" lang="es-MX" sz="800" b="0" i="0" u="none" strike="noStrike" kern="1200" cap="none" spc="0" normalizeH="0" baseline="0" noProof="0" dirty="0">
                          <a:ln>
                            <a:noFill/>
                          </a:ln>
                          <a:solidFill>
                            <a:schemeClr val="tx1"/>
                          </a:solidFill>
                          <a:effectLst/>
                          <a:uLnTx/>
                          <a:uFillTx/>
                          <a:latin typeface="Montserrat" panose="00000500000000000000" pitchFamily="2" charset="0"/>
                          <a:ea typeface="+mn-ea"/>
                          <a:cs typeface="+mn-cs"/>
                        </a:rPr>
                        <a:t>Fuentes: 2</a:t>
                      </a:r>
                    </a:p>
                  </a:txBody>
                  <a:tcPr marL="9525" marR="9525" marT="9525" marB="0" anchor="ctr">
                    <a:lnL w="3175"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endParaRPr lang="es-MX" sz="800" b="0" i="0" u="none" strike="noStrike" kern="1200" dirty="0">
                        <a:solidFill>
                          <a:schemeClr val="tx1"/>
                        </a:solidFill>
                        <a:effectLst/>
                        <a:latin typeface="Montserrat" panose="00000500000000000000" pitchFamily="2" charset="0"/>
                        <a:ea typeface="+mn-ea"/>
                        <a:cs typeface="+mn-cs"/>
                      </a:endParaRPr>
                    </a:p>
                  </a:txBody>
                  <a:tcPr marL="9525" marR="9525" marT="9525" marB="0" anchor="ctr">
                    <a:lnL w="6350" cap="flat" cmpd="sng" algn="ctr">
                      <a:solidFill>
                        <a:srgbClr val="ACA270"/>
                      </a:solidFill>
                      <a:prstDash val="solid"/>
                      <a:round/>
                      <a:headEnd type="none" w="med" len="med"/>
                      <a:tailEnd type="none" w="med" len="med"/>
                    </a:lnL>
                    <a:lnR w="6350" cap="flat" cmpd="sng" algn="ctr">
                      <a:solidFill>
                        <a:srgbClr val="ACA270"/>
                      </a:solidFill>
                      <a:prstDash val="solid"/>
                      <a:round/>
                      <a:headEnd type="none" w="med" len="med"/>
                      <a:tailEnd type="none" w="med" len="med"/>
                    </a:lnR>
                    <a:lnT w="6350" cap="flat" cmpd="sng" algn="ctr">
                      <a:solidFill>
                        <a:srgbClr val="ACA270"/>
                      </a:solidFill>
                      <a:prstDash val="solid"/>
                      <a:round/>
                      <a:headEnd type="none" w="med" len="med"/>
                      <a:tailEnd type="none" w="med" len="med"/>
                    </a:lnT>
                    <a:lnB w="6350" cap="flat" cmpd="sng" algn="ctr">
                      <a:solidFill>
                        <a:srgbClr val="ACA27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213556"/>
                  </a:ext>
                </a:extLst>
              </a:tr>
            </a:tbl>
          </a:graphicData>
        </a:graphic>
      </p:graphicFrame>
    </p:spTree>
    <p:extLst>
      <p:ext uri="{BB962C8B-B14F-4D97-AF65-F5344CB8AC3E}">
        <p14:creationId xmlns:p14="http://schemas.microsoft.com/office/powerpoint/2010/main" val="2777523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D0DB-A12C-E5D1-5085-702F518EE7F9}"/>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8C037B4A-C2E9-C107-15A7-98313BFB502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10BBB800-0AE3-67CD-CF07-E3482E078380}"/>
              </a:ext>
            </a:extLst>
          </p:cNvPr>
          <p:cNvSpPr txBox="1"/>
          <p:nvPr/>
        </p:nvSpPr>
        <p:spPr>
          <a:xfrm>
            <a:off x="273028" y="862593"/>
            <a:ext cx="7236000" cy="4170052"/>
          </a:xfrm>
          <a:prstGeom prst="rect">
            <a:avLst/>
          </a:prstGeom>
          <a:noFill/>
        </p:spPr>
        <p:txBody>
          <a:bodyPr wrap="square" rtlCol="0">
            <a:spAutoFit/>
          </a:bodyPr>
          <a:lstStyle/>
          <a:p>
            <a:pPr algn="just">
              <a:lnSpc>
                <a:spcPct val="150000"/>
              </a:lnSpc>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YUCATÁN: </a:t>
            </a:r>
          </a:p>
          <a:p>
            <a:pPr marL="171450" indent="-171450" algn="just">
              <a:lnSpc>
                <a:spcPct val="150000"/>
              </a:lnSpc>
              <a:buFont typeface="Arial" panose="020B0604020202020204" pitchFamily="34" charset="0"/>
              <a:buChar char="•"/>
              <a:defRPr/>
            </a:pPr>
            <a:r>
              <a:rPr kumimoji="0" lang="es-MX" sz="9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Existe disposición y apertura por parte del gobernador para conducir el proceso.</a:t>
            </a:r>
          </a:p>
          <a:p>
            <a:pPr marL="17145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Se está generando cruce de información para sacar la mejor terna de Mérida y municipios prioritarios</a:t>
            </a:r>
            <a:endParaRPr kumimoji="0" lang="es-MX" sz="9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a:p>
            <a:pPr marL="171450" indent="-171450" algn="just">
              <a:lnSpc>
                <a:spcPct val="150000"/>
              </a:lnSpc>
              <a:spcAft>
                <a:spcPts val="600"/>
              </a:spcAft>
              <a:buFont typeface="Arial" panose="020B0604020202020204" pitchFamily="34" charset="0"/>
              <a:buChar char="•"/>
              <a:defRPr/>
            </a:pPr>
            <a:r>
              <a:rPr kumimoji="0" lang="es-MX" sz="9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Se cuenta con </a:t>
            </a:r>
            <a:r>
              <a:rPr kumimoji="0" lang="es-MX" sz="9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mapa político al 100% </a:t>
            </a:r>
            <a:r>
              <a:rPr kumimoji="0" lang="es-MX" sz="9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de los municipios prioritarios</a:t>
            </a:r>
            <a:r>
              <a:rPr kumimoji="0" lang="es-MX" sz="9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 </a:t>
            </a:r>
            <a:r>
              <a:rPr kumimoji="0" lang="es-MX" sz="9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y con encuesta de junio.</a:t>
            </a:r>
          </a:p>
          <a:p>
            <a:pPr lvl="0" algn="just">
              <a:lnSpc>
                <a:spcPct val="150000"/>
              </a:lnSpc>
              <a:defRPr/>
            </a:pPr>
            <a:r>
              <a:rPr lang="es-MX" sz="900" b="1" dirty="0">
                <a:solidFill>
                  <a:srgbClr val="857A3B"/>
                </a:solidFill>
                <a:latin typeface="Montserrat" panose="00000500000000000000" pitchFamily="2" charset="0"/>
                <a:ea typeface="Open Sans" pitchFamily="2" charset="0"/>
                <a:cs typeface="Open Sans" pitchFamily="2" charset="0"/>
              </a:rPr>
              <a:t>CAMPECHE: </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Se cuenta con </a:t>
            </a:r>
            <a:r>
              <a:rPr lang="es-MX" sz="900" b="1" dirty="0">
                <a:latin typeface="Montserrat" panose="00000500000000000000" pitchFamily="2" charset="0"/>
                <a:ea typeface="Open Sans" pitchFamily="2" charset="0"/>
                <a:cs typeface="Open Sans" pitchFamily="2" charset="0"/>
              </a:rPr>
              <a:t>mapa político al 95% </a:t>
            </a:r>
            <a:r>
              <a:rPr lang="es-MX" sz="900" dirty="0">
                <a:latin typeface="Montserrat" panose="00000500000000000000" pitchFamily="2" charset="0"/>
                <a:ea typeface="Open Sans" pitchFamily="2" charset="0"/>
                <a:cs typeface="Open Sans" pitchFamily="2" charset="0"/>
              </a:rPr>
              <a:t>de los municipios prioritarios</a:t>
            </a:r>
            <a:r>
              <a:rPr lang="es-MX" sz="900" b="1" dirty="0">
                <a:latin typeface="Montserrat" panose="00000500000000000000" pitchFamily="2" charset="0"/>
                <a:ea typeface="Open Sans" pitchFamily="2" charset="0"/>
                <a:cs typeface="Open Sans" pitchFamily="2" charset="0"/>
              </a:rPr>
              <a:t> </a:t>
            </a:r>
            <a:r>
              <a:rPr lang="es-MX" sz="900" dirty="0">
                <a:latin typeface="Montserrat" panose="00000500000000000000" pitchFamily="2" charset="0"/>
                <a:ea typeface="Open Sans" pitchFamily="2" charset="0"/>
                <a:cs typeface="Open Sans" pitchFamily="2" charset="0"/>
              </a:rPr>
              <a:t>y con encuesta de junio (estatal, distritos federales, Campeche y Ciudad del Carmen).</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Estado de alta competencia electoral frente a Movimiento Ciudadano.</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Reforzar el acompañamiento político del candidato a la coordinación estatal para garantizar su alineación.</a:t>
            </a:r>
          </a:p>
          <a:p>
            <a:pPr marL="171450" lvl="0" indent="-171450" algn="just">
              <a:lnSpc>
                <a:spcPct val="150000"/>
              </a:lnSpc>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Focos rojos:</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Conflictos internos en el gobierno estatal y el Congreso.</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Riesgo de migración de actores políticos hacia MC.</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Judicialización y auditorías con impacto político.</a:t>
            </a:r>
          </a:p>
          <a:p>
            <a:pPr marL="628650" lvl="1" indent="-171450" algn="just">
              <a:lnSpc>
                <a:spcPct val="150000"/>
              </a:lnSpc>
              <a:spcAft>
                <a:spcPts val="600"/>
              </a:spcAft>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Necesidad de recuperar el control político del PVEM.</a:t>
            </a:r>
          </a:p>
          <a:p>
            <a:pPr algn="just">
              <a:lnSpc>
                <a:spcPct val="150000"/>
              </a:lnSpc>
              <a:defRPr/>
            </a:pPr>
            <a:r>
              <a:rPr lang="es-MX" sz="900" b="1" dirty="0">
                <a:solidFill>
                  <a:srgbClr val="857A3B"/>
                </a:solidFill>
                <a:latin typeface="Montserrat" panose="00000500000000000000" pitchFamily="2" charset="0"/>
                <a:ea typeface="Open Sans" pitchFamily="2" charset="0"/>
                <a:cs typeface="Open Sans" pitchFamily="2" charset="0"/>
              </a:rPr>
              <a:t>QUINTANA ROO: </a:t>
            </a:r>
          </a:p>
          <a:p>
            <a:pPr marL="17145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Proceso concentrado entre dos grupos: G1 y Rafael Marín.</a:t>
            </a:r>
          </a:p>
          <a:p>
            <a:pPr marL="17145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Se cuenta con </a:t>
            </a:r>
            <a:r>
              <a:rPr lang="es-MX" sz="900" b="1" dirty="0">
                <a:latin typeface="Montserrat" panose="00000500000000000000" pitchFamily="2" charset="0"/>
                <a:ea typeface="Open Sans" pitchFamily="2" charset="0"/>
                <a:cs typeface="Open Sans" pitchFamily="2" charset="0"/>
              </a:rPr>
              <a:t>mapa político al 95% </a:t>
            </a:r>
            <a:r>
              <a:rPr lang="es-MX" sz="900" dirty="0">
                <a:latin typeface="Montserrat" panose="00000500000000000000" pitchFamily="2" charset="0"/>
                <a:ea typeface="Open Sans" pitchFamily="2" charset="0"/>
                <a:cs typeface="Open Sans" pitchFamily="2" charset="0"/>
              </a:rPr>
              <a:t>de los municipios prioritarios</a:t>
            </a:r>
            <a:r>
              <a:rPr lang="es-MX" sz="900" b="1" dirty="0">
                <a:latin typeface="Montserrat" panose="00000500000000000000" pitchFamily="2" charset="0"/>
                <a:ea typeface="Open Sans" pitchFamily="2" charset="0"/>
                <a:cs typeface="Open Sans" pitchFamily="2" charset="0"/>
              </a:rPr>
              <a:t> </a:t>
            </a:r>
            <a:r>
              <a:rPr lang="es-MX" sz="900" dirty="0">
                <a:latin typeface="Montserrat" panose="00000500000000000000" pitchFamily="2" charset="0"/>
                <a:ea typeface="Open Sans" pitchFamily="2" charset="0"/>
                <a:cs typeface="Open Sans" pitchFamily="2" charset="0"/>
              </a:rPr>
              <a:t>y con encuesta de mayo.</a:t>
            </a:r>
          </a:p>
          <a:p>
            <a:pPr marL="171450" indent="-171450" algn="just">
              <a:lnSpc>
                <a:spcPct val="150000"/>
              </a:lnSpc>
              <a:spcAft>
                <a:spcPts val="600"/>
              </a:spcAft>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Resolver a la brevedad la encuesta y la definición estatal para conducir oportunamente las candidaturas municipales y federales.</a:t>
            </a:r>
          </a:p>
        </p:txBody>
      </p:sp>
      <p:sp>
        <p:nvSpPr>
          <p:cNvPr id="5" name="CuadroTexto 4">
            <a:extLst>
              <a:ext uri="{FF2B5EF4-FFF2-40B4-BE49-F238E27FC236}">
                <a16:creationId xmlns:a16="http://schemas.microsoft.com/office/drawing/2014/main" id="{08D2C2E4-968C-D512-363C-6FE5FE051037}"/>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Resumen C3 –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Bloque 1</a:t>
            </a:r>
          </a:p>
        </p:txBody>
      </p:sp>
      <p:cxnSp>
        <p:nvCxnSpPr>
          <p:cNvPr id="7" name="Conector recto 6">
            <a:extLst>
              <a:ext uri="{FF2B5EF4-FFF2-40B4-BE49-F238E27FC236}">
                <a16:creationId xmlns:a16="http://schemas.microsoft.com/office/drawing/2014/main" id="{DA7F7381-6238-6793-6554-F3294ED505F6}"/>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3774B1E4-0BDE-680F-4A6B-72A456072B18}"/>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ED30ABE-EEE4-628B-053D-2E6E276D3FBB}"/>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121247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EC72-9E2B-E55B-7DEC-5E593D90E1DA}"/>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F4626C0C-B1BA-16C0-7F40-D9850D5B784D}"/>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D75EA081-A861-6F8E-9FEA-D30DB48AF6FC}"/>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Resumen C3 –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Bloque 2</a:t>
            </a:r>
          </a:p>
        </p:txBody>
      </p:sp>
      <p:cxnSp>
        <p:nvCxnSpPr>
          <p:cNvPr id="10" name="Conector recto 9">
            <a:extLst>
              <a:ext uri="{FF2B5EF4-FFF2-40B4-BE49-F238E27FC236}">
                <a16:creationId xmlns:a16="http://schemas.microsoft.com/office/drawing/2014/main" id="{80D1D62B-72EE-6E9E-BB4B-A9388C5EC23C}"/>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8813BD1C-2E09-CDA9-816D-1C489B5FB0A9}"/>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BBA2966F-5D1B-FB76-BCF8-AE49EB8518A8}"/>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
        <p:nvSpPr>
          <p:cNvPr id="4" name="CuadroTexto 3">
            <a:extLst>
              <a:ext uri="{FF2B5EF4-FFF2-40B4-BE49-F238E27FC236}">
                <a16:creationId xmlns:a16="http://schemas.microsoft.com/office/drawing/2014/main" id="{C5C413D8-C9AD-AEFF-924E-F1202277E015}"/>
              </a:ext>
            </a:extLst>
          </p:cNvPr>
          <p:cNvSpPr txBox="1"/>
          <p:nvPr/>
        </p:nvSpPr>
        <p:spPr>
          <a:xfrm>
            <a:off x="273028" y="862593"/>
            <a:ext cx="7236000" cy="4039247"/>
          </a:xfrm>
          <a:prstGeom prst="rect">
            <a:avLst/>
          </a:prstGeom>
          <a:noFill/>
        </p:spPr>
        <p:txBody>
          <a:bodyPr wrap="square" rtlCol="0">
            <a:spAutoFit/>
          </a:bodyPr>
          <a:lstStyle/>
          <a:p>
            <a:pPr algn="just">
              <a:lnSpc>
                <a:spcPct val="150000"/>
              </a:lnSpc>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TABASCO: </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Buena disposición del G1; trabajo coordinado con Andrés Chico.</a:t>
            </a:r>
          </a:p>
          <a:p>
            <a:pPr marL="171450" lvl="0" indent="-171450" algn="just">
              <a:lnSpc>
                <a:spcPct val="150000"/>
              </a:lnSpc>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Mapa político con avance del 90% </a:t>
            </a:r>
            <a:r>
              <a:rPr lang="es-MX" sz="900" dirty="0">
                <a:latin typeface="Montserrat" panose="00000500000000000000" pitchFamily="2" charset="0"/>
                <a:ea typeface="Open Sans" pitchFamily="2" charset="0"/>
                <a:cs typeface="Open Sans" pitchFamily="2" charset="0"/>
              </a:rPr>
              <a:t>de los municipios prioritarios; en proceso de validación con otros actores.</a:t>
            </a:r>
          </a:p>
          <a:p>
            <a:pPr marL="171450" lvl="0" indent="-171450" algn="just">
              <a:lnSpc>
                <a:spcPct val="150000"/>
              </a:lnSpc>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Focos rojos:</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División entre los grupos del G1 y Adán Augusto.</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Riesgo de migración de cuadros competitivos hacia MC por percepción de imposiciones.</a:t>
            </a:r>
          </a:p>
          <a:p>
            <a:pPr marL="6286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Ruptura entre la estructura de Programas para el Bienestar y el G1.</a:t>
            </a:r>
          </a:p>
          <a:p>
            <a:pPr marL="628650" lvl="1" indent="-171450" algn="just">
              <a:lnSpc>
                <a:spcPct val="150000"/>
              </a:lnSpc>
              <a:spcAft>
                <a:spcPts val="600"/>
              </a:spcAft>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Fragmentación de la representación federal.</a:t>
            </a:r>
          </a:p>
          <a:p>
            <a:pPr marL="0" lvl="1" algn="just">
              <a:lnSpc>
                <a:spcPct val="150000"/>
              </a:lnSpc>
              <a:defRPr/>
            </a:pPr>
            <a:r>
              <a:rPr lang="es-MX" sz="900" b="1" dirty="0">
                <a:latin typeface="Montserrat" panose="00000500000000000000" pitchFamily="2" charset="0"/>
                <a:ea typeface="Open Sans" pitchFamily="2" charset="0"/>
                <a:cs typeface="Open Sans" pitchFamily="2" charset="0"/>
              </a:rPr>
              <a:t>Temas por definir:</a:t>
            </a:r>
          </a:p>
          <a:p>
            <a:pPr marL="1714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Posición del presidente estatal del partido ante su aspiración política.</a:t>
            </a:r>
          </a:p>
          <a:p>
            <a:pPr marL="171450" lvl="1"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Valorar el envío de un delegado con funciones de presidente estatal.</a:t>
            </a:r>
          </a:p>
          <a:p>
            <a:pPr marL="171450" lvl="1" indent="-171450" algn="just">
              <a:lnSpc>
                <a:spcPct val="150000"/>
              </a:lnSpc>
              <a:spcAft>
                <a:spcPts val="600"/>
              </a:spcAft>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Incorporar en las mediciones perfiles de unidad con arraigo territorial, particularmente en Huimanguillo y Teapa.</a:t>
            </a:r>
          </a:p>
          <a:p>
            <a:pPr algn="just">
              <a:lnSpc>
                <a:spcPct val="150000"/>
              </a:lnSpc>
              <a:defRPr/>
            </a:pPr>
            <a:r>
              <a:rPr lang="es-MX" sz="900" b="1" dirty="0">
                <a:solidFill>
                  <a:srgbClr val="857A3B"/>
                </a:solidFill>
                <a:latin typeface="Montserrat" panose="00000500000000000000" pitchFamily="2" charset="0"/>
                <a:ea typeface="Open Sans" pitchFamily="2" charset="0"/>
                <a:cs typeface="Open Sans" pitchFamily="2" charset="0"/>
              </a:rPr>
              <a:t>CHIAPAS: </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Construcción del mapa político en coordinación con el G1 y Antonio Santos.</a:t>
            </a:r>
          </a:p>
          <a:p>
            <a:pPr marL="171450" lvl="0" indent="-171450" algn="just">
              <a:lnSpc>
                <a:spcPct val="150000"/>
              </a:lnSpc>
              <a:spcAft>
                <a:spcPts val="600"/>
              </a:spcAft>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Mapa político </a:t>
            </a:r>
            <a:r>
              <a:rPr lang="es-MX" sz="900" dirty="0">
                <a:latin typeface="Montserrat" panose="00000500000000000000" pitchFamily="2" charset="0"/>
                <a:ea typeface="Open Sans" pitchFamily="2" charset="0"/>
                <a:cs typeface="Open Sans" pitchFamily="2" charset="0"/>
              </a:rPr>
              <a:t>en proceso de construcción y con un </a:t>
            </a:r>
            <a:r>
              <a:rPr lang="es-MX" sz="900" b="1" dirty="0">
                <a:latin typeface="Montserrat" panose="00000500000000000000" pitchFamily="2" charset="0"/>
                <a:ea typeface="Open Sans" pitchFamily="2" charset="0"/>
                <a:cs typeface="Open Sans" pitchFamily="2" charset="0"/>
              </a:rPr>
              <a:t>avance del 50% </a:t>
            </a:r>
            <a:r>
              <a:rPr lang="es-MX" sz="900" dirty="0">
                <a:latin typeface="Montserrat" panose="00000500000000000000" pitchFamily="2" charset="0"/>
                <a:ea typeface="Open Sans" pitchFamily="2" charset="0"/>
                <a:cs typeface="Open Sans" pitchFamily="2" charset="0"/>
              </a:rPr>
              <a:t>de los municipios prioritarios.</a:t>
            </a:r>
          </a:p>
          <a:p>
            <a:pPr algn="just">
              <a:lnSpc>
                <a:spcPct val="150000"/>
              </a:lnSpc>
              <a:defRPr/>
            </a:pPr>
            <a:r>
              <a:rPr lang="es-MX" sz="900" b="1" dirty="0">
                <a:solidFill>
                  <a:srgbClr val="857A3B"/>
                </a:solidFill>
                <a:latin typeface="Montserrat" panose="00000500000000000000" pitchFamily="2" charset="0"/>
                <a:ea typeface="Open Sans" pitchFamily="2" charset="0"/>
                <a:cs typeface="Open Sans" pitchFamily="2" charset="0"/>
              </a:rPr>
              <a:t>OAXACA: </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Construcción del mapa político con César Yáñez y el G1.</a:t>
            </a:r>
          </a:p>
          <a:p>
            <a:pPr marL="171450" lvl="0" indent="-171450" algn="just">
              <a:lnSpc>
                <a:spcPct val="150000"/>
              </a:lnSpc>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Mapa político </a:t>
            </a:r>
            <a:r>
              <a:rPr lang="es-MX" sz="900" dirty="0">
                <a:latin typeface="Montserrat" panose="00000500000000000000" pitchFamily="2" charset="0"/>
                <a:ea typeface="Open Sans" pitchFamily="2" charset="0"/>
                <a:cs typeface="Open Sans" pitchFamily="2" charset="0"/>
              </a:rPr>
              <a:t>en proceso de construcción y con un </a:t>
            </a:r>
            <a:r>
              <a:rPr lang="es-MX" sz="900" b="1" dirty="0">
                <a:latin typeface="Montserrat" panose="00000500000000000000" pitchFamily="2" charset="0"/>
                <a:ea typeface="Open Sans" pitchFamily="2" charset="0"/>
                <a:cs typeface="Open Sans" pitchFamily="2" charset="0"/>
              </a:rPr>
              <a:t>avance del 40% </a:t>
            </a:r>
            <a:r>
              <a:rPr lang="es-MX" sz="900" dirty="0">
                <a:latin typeface="Montserrat" panose="00000500000000000000" pitchFamily="2" charset="0"/>
                <a:ea typeface="Open Sans" pitchFamily="2" charset="0"/>
                <a:cs typeface="Open Sans" pitchFamily="2" charset="0"/>
              </a:rPr>
              <a:t>de los municipios prioritarios.</a:t>
            </a:r>
          </a:p>
        </p:txBody>
      </p:sp>
    </p:spTree>
    <p:extLst>
      <p:ext uri="{BB962C8B-B14F-4D97-AF65-F5344CB8AC3E}">
        <p14:creationId xmlns:p14="http://schemas.microsoft.com/office/powerpoint/2010/main" val="2316748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B339C-97C7-FC91-12D7-E031D8DB6F6B}"/>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764DBDCF-4021-DE2B-140D-5556F2B8524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F38FC7D6-BF4D-FFF2-D5F7-3732E91245C1}"/>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Resumen C3 –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Bloque 3</a:t>
            </a:r>
          </a:p>
        </p:txBody>
      </p:sp>
      <p:cxnSp>
        <p:nvCxnSpPr>
          <p:cNvPr id="10" name="Conector recto 9">
            <a:extLst>
              <a:ext uri="{FF2B5EF4-FFF2-40B4-BE49-F238E27FC236}">
                <a16:creationId xmlns:a16="http://schemas.microsoft.com/office/drawing/2014/main" id="{F543899B-B61C-85D3-6022-C6A380A87341}"/>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F1F84768-322C-CAE6-0168-A03F2B3864E4}"/>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0C3DF8CD-0BC2-539F-F6DC-6096B2D85EC2}"/>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
        <p:nvSpPr>
          <p:cNvPr id="4" name="CuadroTexto 3">
            <a:extLst>
              <a:ext uri="{FF2B5EF4-FFF2-40B4-BE49-F238E27FC236}">
                <a16:creationId xmlns:a16="http://schemas.microsoft.com/office/drawing/2014/main" id="{4F13145D-2123-21DC-3772-41B05897CE99}"/>
              </a:ext>
            </a:extLst>
          </p:cNvPr>
          <p:cNvSpPr txBox="1"/>
          <p:nvPr/>
        </p:nvSpPr>
        <p:spPr>
          <a:xfrm>
            <a:off x="273028" y="862593"/>
            <a:ext cx="7236000" cy="692177"/>
          </a:xfrm>
          <a:prstGeom prst="rect">
            <a:avLst/>
          </a:prstGeom>
          <a:noFill/>
        </p:spPr>
        <p:txBody>
          <a:bodyPr wrap="square" rtlCol="0">
            <a:spAutoFit/>
          </a:bodyPr>
          <a:lstStyle/>
          <a:p>
            <a:pPr algn="just">
              <a:lnSpc>
                <a:spcPct val="150000"/>
              </a:lnSpc>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VERACRUZ: </a:t>
            </a:r>
          </a:p>
          <a:p>
            <a:pPr marL="171450" lvl="0" indent="-171450" algn="just">
              <a:lnSpc>
                <a:spcPct val="150000"/>
              </a:lnSpc>
              <a:buFont typeface="Arial" panose="020B0604020202020204" pitchFamily="34" charset="0"/>
              <a:buChar char="•"/>
              <a:defRPr/>
            </a:pPr>
            <a:r>
              <a:rPr lang="es-MX" sz="900" dirty="0">
                <a:latin typeface="Montserrat" panose="00000500000000000000" pitchFamily="2" charset="0"/>
                <a:ea typeface="Open Sans" pitchFamily="2" charset="0"/>
                <a:cs typeface="Open Sans" pitchFamily="2" charset="0"/>
              </a:rPr>
              <a:t>Sin apertura por parte del G1 para la integración del trabajo político.</a:t>
            </a:r>
          </a:p>
          <a:p>
            <a:pPr marL="171450" lvl="0" indent="-171450" algn="just">
              <a:lnSpc>
                <a:spcPct val="150000"/>
              </a:lnSpc>
              <a:buFont typeface="Arial" panose="020B0604020202020204" pitchFamily="34" charset="0"/>
              <a:buChar char="•"/>
              <a:defRPr/>
            </a:pPr>
            <a:r>
              <a:rPr lang="es-MX" sz="900" b="1" dirty="0">
                <a:latin typeface="Montserrat" panose="00000500000000000000" pitchFamily="2" charset="0"/>
                <a:ea typeface="Open Sans" pitchFamily="2" charset="0"/>
                <a:cs typeface="Open Sans" pitchFamily="2" charset="0"/>
              </a:rPr>
              <a:t>Mapa político </a:t>
            </a:r>
            <a:r>
              <a:rPr lang="es-MX" sz="900" dirty="0">
                <a:latin typeface="Montserrat" panose="00000500000000000000" pitchFamily="2" charset="0"/>
                <a:ea typeface="Open Sans" pitchFamily="2" charset="0"/>
                <a:cs typeface="Open Sans" pitchFamily="2" charset="0"/>
              </a:rPr>
              <a:t>en proceso de construcción y con un </a:t>
            </a:r>
            <a:r>
              <a:rPr lang="es-MX" sz="900" b="1" dirty="0">
                <a:latin typeface="Montserrat" panose="00000500000000000000" pitchFamily="2" charset="0"/>
                <a:ea typeface="Open Sans" pitchFamily="2" charset="0"/>
                <a:cs typeface="Open Sans" pitchFamily="2" charset="0"/>
              </a:rPr>
              <a:t>avance del 50% </a:t>
            </a:r>
            <a:r>
              <a:rPr lang="es-MX" sz="900" dirty="0">
                <a:latin typeface="Montserrat" panose="00000500000000000000" pitchFamily="2" charset="0"/>
                <a:ea typeface="Open Sans" pitchFamily="2" charset="0"/>
                <a:cs typeface="Open Sans" pitchFamily="2" charset="0"/>
              </a:rPr>
              <a:t>de los municipios prioritarios.</a:t>
            </a:r>
          </a:p>
        </p:txBody>
      </p:sp>
    </p:spTree>
    <p:extLst>
      <p:ext uri="{BB962C8B-B14F-4D97-AF65-F5344CB8AC3E}">
        <p14:creationId xmlns:p14="http://schemas.microsoft.com/office/powerpoint/2010/main" val="1810925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FD64C-3B07-93FC-41F5-A516DB0CE99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E1A2D35-A94D-EBCB-4174-1DF65D67344C}"/>
              </a:ext>
            </a:extLst>
          </p:cNvPr>
          <p:cNvSpPr txBox="1"/>
          <p:nvPr/>
        </p:nvSpPr>
        <p:spPr>
          <a:xfrm>
            <a:off x="412440" y="2514600"/>
            <a:ext cx="2914507" cy="830997"/>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lang="es-MX" sz="2000" dirty="0">
                <a:solidFill>
                  <a:srgbClr val="857A3B"/>
                </a:solidFill>
                <a:latin typeface="Montserrat" panose="00000500000000000000" pitchFamily="2" charset="0"/>
                <a:ea typeface="Open Sans" pitchFamily="2" charset="0"/>
                <a:cs typeface="Open Sans" pitchFamily="2" charset="0"/>
              </a:rPr>
              <a:t>CASO</a:t>
            </a:r>
            <a:endParaRPr kumimoji="0" lang="es-MX" sz="2800"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endParaRPr>
          </a:p>
          <a:p>
            <a:pPr marL="0" marR="0" lvl="0" indent="0" defTabSz="755934"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CAMPECHE</a:t>
            </a:r>
            <a:endParaRPr kumimoji="0" lang="es-MX" sz="3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endParaRPr>
          </a:p>
        </p:txBody>
      </p:sp>
    </p:spTree>
    <p:extLst>
      <p:ext uri="{BB962C8B-B14F-4D97-AF65-F5344CB8AC3E}">
        <p14:creationId xmlns:p14="http://schemas.microsoft.com/office/powerpoint/2010/main" val="33618018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12A38-137D-AF5B-5AB4-D0EA2EC9E2AF}"/>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C5D3735-124F-8D7F-AC8C-795A478AE58E}"/>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5DBAFCD8-24CB-3CC4-843E-61A255C18517}"/>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Situación Campeche</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5" name="Conector recto 4">
            <a:extLst>
              <a:ext uri="{FF2B5EF4-FFF2-40B4-BE49-F238E27FC236}">
                <a16:creationId xmlns:a16="http://schemas.microsoft.com/office/drawing/2014/main" id="{139DA9C0-94D2-62CD-1B79-185A420A1BE3}"/>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4C9361EB-5DE1-07CC-3077-75B954E31CB2}"/>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32AE3438-5E48-219B-9998-AA5ED31E9272}"/>
              </a:ext>
            </a:extLst>
          </p:cNvPr>
          <p:cNvSpPr txBox="1"/>
          <p:nvPr/>
        </p:nvSpPr>
        <p:spPr>
          <a:xfrm>
            <a:off x="273028" y="888782"/>
            <a:ext cx="7236000" cy="1708160"/>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1. Fractura en la Bancada de Morena y el Congreso</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División interna: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bancada de Morena está completamente fracturada en dos bloques confrontados: un grupo de 9 diputados contra otro de 7 diputados.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Bloqueo al control legislativo: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El bloque disidente se alió con el PT y el Verde con el objetivo primordial de destituir al actual presidente del Congreso (Antonio Jiménez). Esto provocó un freno drástico a las iniciativas del Ejecutivo, quedando sin control de la gobernadora.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Asfixia económica como represalia: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El presidente del Congreso retiró los apoyos económicos a los diputados disidentes, quitándoles sus dietas, recursos para gasolina y otras prestaciones. Por su parte, el Ejecutivo local tampoco les brindó respaldo económico (salvo en una ocasión), lo que profundizó el resentimiento y la molestia por la afectación directa a "sus bolsillos".</a:t>
            </a:r>
          </a:p>
        </p:txBody>
      </p:sp>
      <p:sp>
        <p:nvSpPr>
          <p:cNvPr id="16" name="CuadroTexto 15">
            <a:extLst>
              <a:ext uri="{FF2B5EF4-FFF2-40B4-BE49-F238E27FC236}">
                <a16:creationId xmlns:a16="http://schemas.microsoft.com/office/drawing/2014/main" id="{D5E0DD86-4238-8634-AF69-1B12BEF60B4E}"/>
              </a:ext>
            </a:extLst>
          </p:cNvPr>
          <p:cNvSpPr txBox="1"/>
          <p:nvPr/>
        </p:nvSpPr>
        <p:spPr>
          <a:xfrm>
            <a:off x="267945" y="2750760"/>
            <a:ext cx="7236000" cy="1569660"/>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2. Injerencia del Centro y Desobediencia</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El factor Jesús Ramírez: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El diputado y presidente del Congreso, Antonio Jiménez, opera bajo el aval directo de Jesús Ramírez Cuevas. Esto generó un fuerte enfrentamiento político entre la gobernadora y Ramírez Cuevas.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Desobediencia a la orden presidencial:</a:t>
            </a:r>
            <a:r>
              <a:rPr kumimoji="0" lang="es-MX" sz="9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A pesar de que la presidenta de la República instruyó directamente a Jesús Ramírez a "sacar las manos" del conflicto, e incluso hubo una llamada presidencial mientras el operador Raúl Ojeda intentaba conciliar la situación en el terreno, la orden fue ignorada y las negociaciones fracasaron.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Fugas y candidaturas: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falta de unidad provocó que diputados que antes apoyaban a la gobernadora ahora se sientan abandonados; al menos dos diputadas ya dejaron el bloque oficialista y perfiles como Carlos </a:t>
            </a:r>
            <a:r>
              <a:rPr kumimoji="0" lang="es-MX" sz="900" b="0" i="0" u="none" strike="noStrike" kern="1200" cap="none" spc="0" normalizeH="0" baseline="0" noProof="0" dirty="0" err="1">
                <a:ln>
                  <a:noFill/>
                </a:ln>
                <a:effectLst/>
                <a:uLnTx/>
                <a:uFillTx/>
                <a:latin typeface="Montserrat" panose="00000500000000000000" pitchFamily="2" charset="0"/>
                <a:ea typeface="Open Sans" pitchFamily="2" charset="0"/>
                <a:cs typeface="Open Sans" pitchFamily="2" charset="0"/>
              </a:rPr>
              <a:t>Ucán</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 rompieron definitivamente la unidad al registrarse por su cuenta para la gubernatura. </a:t>
            </a:r>
          </a:p>
        </p:txBody>
      </p:sp>
      <p:sp>
        <p:nvSpPr>
          <p:cNvPr id="8" name="CuadroTexto 7">
            <a:extLst>
              <a:ext uri="{FF2B5EF4-FFF2-40B4-BE49-F238E27FC236}">
                <a16:creationId xmlns:a16="http://schemas.microsoft.com/office/drawing/2014/main" id="{A197CAC2-74F1-E1F2-B6D3-425D1454B0C9}"/>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045585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186A-9548-BD06-FD39-7C967A676F4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8068D2E-0A15-102F-FBFF-34AF4AA7691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E542C5FD-E529-E97D-DD8C-18B5F730789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Situación Campeche</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5" name="Conector recto 4">
            <a:extLst>
              <a:ext uri="{FF2B5EF4-FFF2-40B4-BE49-F238E27FC236}">
                <a16:creationId xmlns:a16="http://schemas.microsoft.com/office/drawing/2014/main" id="{36E6FF08-0A4B-2C8D-6047-7BA8B9449C03}"/>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DE327232-260A-984B-C0B6-39DE12F4C5AB}"/>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8218BA89-C21D-2B69-3C7B-8AC0B90FCAAD}"/>
              </a:ext>
            </a:extLst>
          </p:cNvPr>
          <p:cNvSpPr txBox="1"/>
          <p:nvPr/>
        </p:nvSpPr>
        <p:spPr>
          <a:xfrm>
            <a:off x="273028" y="888782"/>
            <a:ext cx="7236000" cy="1846659"/>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3. Diagnóstico sobre la G1</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Estado de ánimo: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Se le percibe nerviosa, indignada, sumamente cansada y con urgencia de que termine el sexenio para retirarse con su familia. Debido a la edad, arrastra problemas de retención y pierde el seguimiento de los acuerdos si no hay alguien acompañándola para cumplirlos.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Toma de decisiones viscerales:</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 Está gobernando de forma reactiva y al amparo de impulsos o "chismes" que le lleva su entorno cercano. En lugar de hacer operación política, negociar o conciliar con los cuadros históricos de Morena que muestran inconformidad, su instrucción inmediata ante la disidencia es represiva: "saca a su gente de las dependencias". Esto ha terminado por lastimar y alejar a los morenistas fundadores y a funcionarios cercanos a ella “se está quedando sola”.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Aislamiento: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gobernadora no está recibiendo a sus operadores de campo. Hay reportes de coordinadores que llevan un mes intentando sentarse con ella para definir la estrategia territorial en distritos complejos, pero sus secretarios bloquean el acceso bajo el argumento de "ahorita no". </a:t>
            </a:r>
          </a:p>
        </p:txBody>
      </p:sp>
      <p:sp>
        <p:nvSpPr>
          <p:cNvPr id="8" name="CuadroTexto 7">
            <a:extLst>
              <a:ext uri="{FF2B5EF4-FFF2-40B4-BE49-F238E27FC236}">
                <a16:creationId xmlns:a16="http://schemas.microsoft.com/office/drawing/2014/main" id="{236B1F7A-9447-A6E2-87A9-46F3757E3960}"/>
              </a:ext>
            </a:extLst>
          </p:cNvPr>
          <p:cNvSpPr txBox="1"/>
          <p:nvPr/>
        </p:nvSpPr>
        <p:spPr>
          <a:xfrm>
            <a:off x="267945" y="2927128"/>
            <a:ext cx="7236000" cy="1492716"/>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lang="es-MX" sz="900" b="1" dirty="0">
                <a:solidFill>
                  <a:srgbClr val="860000"/>
                </a:solidFill>
                <a:latin typeface="Montserrat" panose="00000500000000000000" pitchFamily="2" charset="0"/>
                <a:ea typeface="Open Sans" pitchFamily="2" charset="0"/>
                <a:cs typeface="Open Sans" pitchFamily="2" charset="0"/>
              </a:rPr>
              <a:t>4</a:t>
            </a: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Escenarios de Riesgo</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57A3B"/>
                </a:solidFill>
                <a:effectLst/>
                <a:uLnTx/>
                <a:uFillTx/>
                <a:latin typeface="Montserrat" panose="00000500000000000000" pitchFamily="2" charset="0"/>
                <a:ea typeface="Open Sans" pitchFamily="2" charset="0"/>
                <a:cs typeface="Open Sans" pitchFamily="2" charset="0"/>
              </a:rPr>
              <a:t>El escenario necesario (Positivo):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Es necesario que del Centro se envíe a un operador experto a tomar el control absoluto de la elección de 2027. La instrucción debe ser: que la G1 no interfiera en las decisiones electorales y de equilibrios políticos, elegir candidatos por competitividad real y realizar una operación cicatriz urgente. </a:t>
            </a:r>
          </a:p>
          <a:p>
            <a:pPr algn="just" defTabSz="755934">
              <a:spcAft>
                <a:spcPts val="600"/>
              </a:spcAft>
              <a:defRPr/>
            </a:pPr>
            <a:r>
              <a:rPr lang="es-MX" sz="900" b="1" dirty="0">
                <a:solidFill>
                  <a:srgbClr val="857A3B"/>
                </a:solidFill>
                <a:latin typeface="Montserrat" panose="00000500000000000000" pitchFamily="2" charset="0"/>
                <a:ea typeface="Open Sans" pitchFamily="2" charset="0"/>
                <a:cs typeface="Open Sans" pitchFamily="2" charset="0"/>
              </a:rPr>
              <a:t>El escenario catastrófico (Negativo): </a:t>
            </a:r>
            <a:r>
              <a:rPr lang="es-MX" sz="900" dirty="0">
                <a:latin typeface="Montserrat" panose="00000500000000000000" pitchFamily="2" charset="0"/>
                <a:ea typeface="Open Sans" pitchFamily="2" charset="0"/>
                <a:cs typeface="Open Sans" pitchFamily="2" charset="0"/>
              </a:rPr>
              <a:t>El regreso político de Eliseo Fernández (Movimiento Ciudadano) implicaría perder la gubernatura. Esto podría acarrear consecuencias legales; aunque la gobernadora goza de cierta protección, la debilidad administrativa y la falta de perfiles técnicos competentes en su gabinete dejarían a la mayoría de los actuales secretarios expuestos a auditorías e intentos reales de encarcelamiento por irregularidades en el ejercicio público, adicional a que la familia de la G1 estaría en riesgo de persecución política.</a:t>
            </a:r>
          </a:p>
        </p:txBody>
      </p:sp>
      <p:sp>
        <p:nvSpPr>
          <p:cNvPr id="9" name="CuadroTexto 8">
            <a:extLst>
              <a:ext uri="{FF2B5EF4-FFF2-40B4-BE49-F238E27FC236}">
                <a16:creationId xmlns:a16="http://schemas.microsoft.com/office/drawing/2014/main" id="{D3C5151E-3B1C-704C-DF9B-E8C0A320E20A}"/>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625881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F409E-5527-10EF-6F9C-A81905F4EDE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FAB11E43-9410-D5C8-1EC9-413271EC2A88}"/>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E0E56FCA-32FE-6D19-6D28-42E5E3FD7645}"/>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Compilado Negativos Campeche</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5" name="Conector recto 4">
            <a:extLst>
              <a:ext uri="{FF2B5EF4-FFF2-40B4-BE49-F238E27FC236}">
                <a16:creationId xmlns:a16="http://schemas.microsoft.com/office/drawing/2014/main" id="{A6249692-A76B-947E-5178-22E4F6A095EF}"/>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B6456DC2-2469-AC5D-63CB-563558AD1E8F}"/>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423DB344-A14F-F639-5798-78439CDEA4FB}"/>
              </a:ext>
            </a:extLst>
          </p:cNvPr>
          <p:cNvSpPr txBox="1"/>
          <p:nvPr/>
        </p:nvSpPr>
        <p:spPr>
          <a:xfrm>
            <a:off x="273028" y="877253"/>
            <a:ext cx="3468392"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CLASIFICACIÓN POR EJES TEMÁTICOS</a:t>
            </a:r>
            <a:endParaRPr kumimoji="0" lang="es-MX" sz="105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sp>
        <p:nvSpPr>
          <p:cNvPr id="12" name="CuadroTexto 11">
            <a:extLst>
              <a:ext uri="{FF2B5EF4-FFF2-40B4-BE49-F238E27FC236}">
                <a16:creationId xmlns:a16="http://schemas.microsoft.com/office/drawing/2014/main" id="{2A9D811F-D195-6A15-3A8E-1A43C18CEB8F}"/>
              </a:ext>
            </a:extLst>
          </p:cNvPr>
          <p:cNvSpPr txBox="1"/>
          <p:nvPr/>
        </p:nvSpPr>
        <p:spPr>
          <a:xfrm>
            <a:off x="273028" y="1165007"/>
            <a:ext cx="7236000" cy="1569660"/>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 Crisis de Gobernabilidad y Fractura Política Interna</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Ruptura del Bloque de Morena (2026):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Al menos 10 de los 16 diputados locales de Morena rompieron con la gobernadora tras negarse a aprobar una deuda pública de 1,000 millones de pesos, denunciando persecución política. Esto provocó que el Congreso local restituyera el fuero constitucional para protegerse de detenciones arbitrarias.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Paro Policial y Movilización Ciudadana: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Una marcha masiva de más de 10,000 ciudadanos exigió la destitución de Sansores y de la Secretaria de Seguridad, Marcela Muñoz, en respaldo al paro laboral de los policías estatales que denunciaban falta de equipo y violencia laboral.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Petición de Desaparición de Poderes: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El PRI en el Senado solicitó formalmente la desaparición de poderes en Campeche argumentando una crisis institucional derivada del conflicto policial y el deterioro de la seguridad. </a:t>
            </a:r>
          </a:p>
        </p:txBody>
      </p:sp>
      <p:sp>
        <p:nvSpPr>
          <p:cNvPr id="14" name="CuadroTexto 13">
            <a:extLst>
              <a:ext uri="{FF2B5EF4-FFF2-40B4-BE49-F238E27FC236}">
                <a16:creationId xmlns:a16="http://schemas.microsoft.com/office/drawing/2014/main" id="{A09AF3B0-D228-C56F-DF72-39B8E0DFA621}"/>
              </a:ext>
            </a:extLst>
          </p:cNvPr>
          <p:cNvSpPr txBox="1"/>
          <p:nvPr/>
        </p:nvSpPr>
        <p:spPr>
          <a:xfrm>
            <a:off x="273028" y="2970797"/>
            <a:ext cx="7236000" cy="1215717"/>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B. Uso Faccioso de Instituciones y Persecución Política</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Caso Rector de la UAC (2026):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detención del rector José Alberto Abud Flores por presunta posesión de drogas fue señalada por su defensa como un montaje político. El impacto escaló a nivel nacional cuando la presidenta Claudia Sheinbaum advirtió públicamente que "la justicia no puede utilizarse como vendetta política"..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Ataques a la Oposición y Revanchismo: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Denuncias de Movimiento Ciudadano por persecución contra Eliseo Fernández, y acusaciones del PRI por el inicio de procesos de expropiación contra propiedades de la familia de Alejandro Moreno como una "venganza política“.</a:t>
            </a:r>
          </a:p>
        </p:txBody>
      </p:sp>
      <p:sp>
        <p:nvSpPr>
          <p:cNvPr id="8" name="CuadroTexto 7">
            <a:extLst>
              <a:ext uri="{FF2B5EF4-FFF2-40B4-BE49-F238E27FC236}">
                <a16:creationId xmlns:a16="http://schemas.microsoft.com/office/drawing/2014/main" id="{18B2F7C4-9853-E703-8B16-EB7C5452DB57}"/>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565492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EA164-B58C-A674-6510-A40D0697C657}"/>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B24C3C4-E7A4-E464-09A2-590FF880B6FA}"/>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FEEC2E48-1F17-AA56-CA42-75F3EF2A34C2}"/>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Compilado Negativos Campeche</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5" name="Conector recto 4">
            <a:extLst>
              <a:ext uri="{FF2B5EF4-FFF2-40B4-BE49-F238E27FC236}">
                <a16:creationId xmlns:a16="http://schemas.microsoft.com/office/drawing/2014/main" id="{AF739D5A-3339-137F-40B1-0B41112EFF18}"/>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2138CDE6-90F3-6FB2-46D6-CF2822564984}"/>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45922981-3B87-5F2C-1747-E6165C54A235}"/>
              </a:ext>
            </a:extLst>
          </p:cNvPr>
          <p:cNvSpPr txBox="1"/>
          <p:nvPr/>
        </p:nvSpPr>
        <p:spPr>
          <a:xfrm>
            <a:off x="273028" y="877253"/>
            <a:ext cx="3468392"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CLASIFICACIÓN POR EJES TEMÁTICOS</a:t>
            </a:r>
            <a:endParaRPr kumimoji="0" lang="es-MX" sz="105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sp>
        <p:nvSpPr>
          <p:cNvPr id="12" name="CuadroTexto 11">
            <a:extLst>
              <a:ext uri="{FF2B5EF4-FFF2-40B4-BE49-F238E27FC236}">
                <a16:creationId xmlns:a16="http://schemas.microsoft.com/office/drawing/2014/main" id="{CF3DB2D0-1BD6-D39A-2FC2-FE29686AF8B7}"/>
              </a:ext>
            </a:extLst>
          </p:cNvPr>
          <p:cNvSpPr txBox="1"/>
          <p:nvPr/>
        </p:nvSpPr>
        <p:spPr>
          <a:xfrm>
            <a:off x="273028" y="1165007"/>
            <a:ext cx="7236000" cy="1708160"/>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C. Legalidad, Derechos Humanos y Violencia de Género</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Sanción por Violencia Política de Género: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Sala Especializada y la Sala Superior del TEPJF determinaron que la gobernadora incurrió en violencia política en razón de género contra diputadas del PRI debido a sus declaraciones en el programa Martes del Jaguar (donde afirmó la existencia de fotografías íntimas). Se convirtió en la primera gobernadora inscrita en el Registro Nacional de Personas Sancionadas.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Sentencia de la SCJN por el Martes del Jaguar: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Primera Sala de la Suprema Corte ordenó retirar definitivamente el contenido del programa donde se difundieron chats de Ricardo Monreal, determinando que se vulneró el derecho a la privacidad y al honor con información descontextualizada y de presunto origen ilícito. </a:t>
            </a:r>
          </a:p>
          <a:p>
            <a:pPr algn="just" defTabSz="755934">
              <a:spcAft>
                <a:spcPts val="600"/>
              </a:spcAft>
              <a:defRPr/>
            </a:pPr>
            <a:r>
              <a:rPr lang="es-MX" sz="900" b="1" dirty="0">
                <a:solidFill>
                  <a:srgbClr val="B48F5E"/>
                </a:solidFill>
                <a:latin typeface="Montserrat" panose="00000500000000000000" pitchFamily="2" charset="0"/>
                <a:ea typeface="Open Sans" pitchFamily="2" charset="0"/>
                <a:cs typeface="Open Sans" pitchFamily="2" charset="0"/>
              </a:rPr>
              <a:t>Discurso Discriminatorio: </a:t>
            </a:r>
            <a:r>
              <a:rPr lang="es-MX" sz="900" dirty="0">
                <a:latin typeface="Montserrat" panose="00000500000000000000" pitchFamily="2" charset="0"/>
                <a:ea typeface="Open Sans" pitchFamily="2" charset="0"/>
                <a:cs typeface="Open Sans" pitchFamily="2" charset="0"/>
              </a:rPr>
              <a:t>Exigencias de disculpa pública por parte del Movimiento Nacional Indígena tras declarar en un evento oficial que "ser mujer, pobre e indígena es lo peor que le puede pasar a una persona".</a:t>
            </a:r>
          </a:p>
        </p:txBody>
      </p:sp>
      <p:sp>
        <p:nvSpPr>
          <p:cNvPr id="14" name="CuadroTexto 13">
            <a:extLst>
              <a:ext uri="{FF2B5EF4-FFF2-40B4-BE49-F238E27FC236}">
                <a16:creationId xmlns:a16="http://schemas.microsoft.com/office/drawing/2014/main" id="{8A4D5FE7-9772-BF04-61E6-D6712AC6B6C2}"/>
              </a:ext>
            </a:extLst>
          </p:cNvPr>
          <p:cNvSpPr txBox="1"/>
          <p:nvPr/>
        </p:nvSpPr>
        <p:spPr>
          <a:xfrm>
            <a:off x="273028" y="2971432"/>
            <a:ext cx="7236000" cy="1985159"/>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D. Corrupción, Nepotismo y Desvío de Recursos</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Denuncias por Gestión en Álvaro Obregón: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Lía Limón presentó 7 denuncias penales ante la FGJ-CDMX por presuntos desvíos de 120 millones de pesos en programas sociales durante la gestión de Sansores. Asimismo, MCCI documentó la adjudicación directa de contratos a empresas fantasma.  </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Sobornos y "</a:t>
            </a:r>
            <a:r>
              <a:rPr kumimoji="0" lang="es-MX" sz="900" b="1" i="0" u="none" strike="noStrike" kern="1200" cap="none" spc="0" normalizeH="0" baseline="0" noProof="0" dirty="0" err="1">
                <a:ln>
                  <a:noFill/>
                </a:ln>
                <a:solidFill>
                  <a:srgbClr val="B48F5E"/>
                </a:solidFill>
                <a:effectLst/>
                <a:uLnTx/>
                <a:uFillTx/>
                <a:latin typeface="Montserrat" panose="00000500000000000000" pitchFamily="2" charset="0"/>
                <a:ea typeface="Open Sans" pitchFamily="2" charset="0"/>
                <a:cs typeface="Open Sans" pitchFamily="2" charset="0"/>
              </a:rPr>
              <a:t>Videoescándalos</a:t>
            </a: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Difusión de audios de su sobrino Gerardo Sánchez Sansores presuntamente pidiendo sobornos millonarios a constructores, y videos de funcionarios de su actual administración (como Raúl Pozos Lanz) recibiendo fajos de billetes en efectivo en el Palacio de Gobierno.</a:t>
            </a:r>
          </a:p>
          <a:p>
            <a:pPr algn="just" defTabSz="755934">
              <a:spcAft>
                <a:spcPts val="600"/>
              </a:spcAft>
              <a:defRPr/>
            </a:pPr>
            <a:r>
              <a:rPr lang="es-MX" sz="900" b="1" dirty="0">
                <a:solidFill>
                  <a:srgbClr val="B48F5E"/>
                </a:solidFill>
                <a:latin typeface="Montserrat" panose="00000500000000000000" pitchFamily="2" charset="0"/>
                <a:ea typeface="Open Sans" pitchFamily="2" charset="0"/>
                <a:cs typeface="Open Sans" pitchFamily="2" charset="0"/>
              </a:rPr>
              <a:t>Desvío de Fondos del PACMA: </a:t>
            </a:r>
            <a:r>
              <a:rPr lang="es-MX" sz="900" dirty="0">
                <a:latin typeface="Montserrat" panose="00000500000000000000" pitchFamily="2" charset="0"/>
                <a:ea typeface="Open Sans" pitchFamily="2" charset="0"/>
                <a:cs typeface="Open Sans" pitchFamily="2" charset="0"/>
              </a:rPr>
              <a:t>El sector pesquero ribereño anunció un amago de huelga y movilizaciones hacia el Palacio de Gobierno tras denunciar que la Secretaría de Finanzas estatal retuvo o desvió los recursos del Programa de Apoyo a la Comunidad y al Medio Ambiente (PACMA) de Pemex y millones de litros de combustible donados. Los inconformes acusan que la administración de Sansores excluyó a más de 4,000 familias de las indemnizaciones por un nuevo derrame de crudo, mientras que en estados vecinos como Tabasco y Veracruz los apoyos se entregan de manera regular.</a:t>
            </a:r>
          </a:p>
        </p:txBody>
      </p:sp>
      <p:sp>
        <p:nvSpPr>
          <p:cNvPr id="8" name="CuadroTexto 7">
            <a:extLst>
              <a:ext uri="{FF2B5EF4-FFF2-40B4-BE49-F238E27FC236}">
                <a16:creationId xmlns:a16="http://schemas.microsoft.com/office/drawing/2014/main" id="{B4848B49-7063-9D94-26B9-B63DB256F9B4}"/>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1674016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7727-5A87-CC96-AC80-81BD1D4D4B6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50B787A-47DB-45B5-2554-C9809E2A369C}"/>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57D139D3-B433-473A-58B5-A527249FC6D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Compilado Negativos Campeche</a:t>
            </a:r>
            <a:endParaRPr kumimoji="0" lang="es-MX" sz="1000" i="0" u="none" strike="noStrike" kern="1200" cap="none" spc="0" normalizeH="0" baseline="0" noProof="0" dirty="0">
              <a:ln>
                <a:noFill/>
              </a:ln>
              <a:effectLst/>
              <a:uLnTx/>
              <a:uFillTx/>
              <a:latin typeface="Montserrat" panose="00000500000000000000" pitchFamily="2" charset="0"/>
            </a:endParaRPr>
          </a:p>
        </p:txBody>
      </p:sp>
      <p:cxnSp>
        <p:nvCxnSpPr>
          <p:cNvPr id="5" name="Conector recto 4">
            <a:extLst>
              <a:ext uri="{FF2B5EF4-FFF2-40B4-BE49-F238E27FC236}">
                <a16:creationId xmlns:a16="http://schemas.microsoft.com/office/drawing/2014/main" id="{5CC61E51-1BDC-699C-AA07-CEF81F2F1E23}"/>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8E9702D4-5630-D3F5-8F7A-6AAE8D0B32DF}"/>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FB7F7DB0-ED01-6D49-F25F-2A86E7FE66C7}"/>
              </a:ext>
            </a:extLst>
          </p:cNvPr>
          <p:cNvSpPr txBox="1"/>
          <p:nvPr/>
        </p:nvSpPr>
        <p:spPr>
          <a:xfrm>
            <a:off x="273028" y="877253"/>
            <a:ext cx="3468392"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CLASIFICACIÓN POR EJES TEMÁTICOS</a:t>
            </a:r>
            <a:endParaRPr kumimoji="0" lang="es-MX" sz="105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sp>
        <p:nvSpPr>
          <p:cNvPr id="12" name="CuadroTexto 11">
            <a:extLst>
              <a:ext uri="{FF2B5EF4-FFF2-40B4-BE49-F238E27FC236}">
                <a16:creationId xmlns:a16="http://schemas.microsoft.com/office/drawing/2014/main" id="{956575F8-09FF-8886-0292-601C42AF75A1}"/>
              </a:ext>
            </a:extLst>
          </p:cNvPr>
          <p:cNvSpPr txBox="1"/>
          <p:nvPr/>
        </p:nvSpPr>
        <p:spPr>
          <a:xfrm>
            <a:off x="273028" y="1165007"/>
            <a:ext cx="7236000" cy="861774"/>
          </a:xfrm>
          <a:prstGeom prst="rect">
            <a:avLst/>
          </a:prstGeom>
          <a:noFill/>
        </p:spPr>
        <p:txBody>
          <a:bodyPr wrap="square">
            <a:spAutoFit/>
          </a:bodyPr>
          <a:lstStyle/>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E. Libertad de Expresión y Relación con Medios</a:t>
            </a:r>
          </a:p>
          <a:p>
            <a:pPr marL="0" marR="0" lvl="0" indent="0" algn="just" defTabSz="755934" rtl="0" eaLnBrk="1" fontAlgn="auto" latinLnBrk="0" hangingPunct="1">
              <a:lnSpc>
                <a:spcPct val="100000"/>
              </a:lnSpc>
              <a:spcBef>
                <a:spcPts val="0"/>
              </a:spcBef>
              <a:spcAft>
                <a:spcPts val="600"/>
              </a:spcAft>
              <a:buClrTx/>
              <a:buSzTx/>
              <a:buFontTx/>
              <a:buNone/>
              <a:tabLst/>
              <a:defRPr/>
            </a:pPr>
            <a:r>
              <a:rPr kumimoji="0" lang="es-MX" sz="900" b="1" i="0" u="none" strike="noStrike" kern="1200" cap="none" spc="0" normalizeH="0" baseline="0" noProof="0" dirty="0">
                <a:ln>
                  <a:noFill/>
                </a:ln>
                <a:solidFill>
                  <a:srgbClr val="B48F5E"/>
                </a:solidFill>
                <a:effectLst/>
                <a:uLnTx/>
                <a:uFillTx/>
                <a:latin typeface="Montserrat" panose="00000500000000000000" pitchFamily="2" charset="0"/>
                <a:ea typeface="Open Sans" pitchFamily="2" charset="0"/>
                <a:cs typeface="Open Sans" pitchFamily="2" charset="0"/>
              </a:rPr>
              <a:t>Intentos de Censura Institucional (2025): </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La Fiscalía del Estado requirió a Producciones </a:t>
            </a:r>
            <a:r>
              <a:rPr kumimoji="0" lang="es-MX" sz="900" b="0" i="0" u="none" strike="noStrike" kern="1200" cap="none" spc="0" normalizeH="0" baseline="0" noProof="0" dirty="0" err="1">
                <a:ln>
                  <a:noFill/>
                </a:ln>
                <a:effectLst/>
                <a:uLnTx/>
                <a:uFillTx/>
                <a:latin typeface="Montserrat" panose="00000500000000000000" pitchFamily="2" charset="0"/>
                <a:ea typeface="Open Sans" pitchFamily="2" charset="0"/>
                <a:cs typeface="Open Sans" pitchFamily="2" charset="0"/>
              </a:rPr>
              <a:t>Telemar</a:t>
            </a:r>
            <a:r>
              <a:rPr kumimoji="0" lang="es-MX" sz="900" b="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 revelar la identidad de sus periodistas y editores críticos. Adicionalmente, el periodista Jorge Luis González Valdez (exdirector de Tribuna) fue vinculado a proceso, lo que la SIP (Sociedad Interamericana de Prensa) y la oposición calificaron como una campaña sistemática de hostigamiento y censura.</a:t>
            </a:r>
            <a:endParaRPr lang="es-MX" sz="900" dirty="0">
              <a:latin typeface="Montserrat" panose="00000500000000000000" pitchFamily="2" charset="0"/>
              <a:ea typeface="Open Sans" pitchFamily="2" charset="0"/>
              <a:cs typeface="Open Sans" pitchFamily="2" charset="0"/>
            </a:endParaRPr>
          </a:p>
        </p:txBody>
      </p:sp>
      <p:graphicFrame>
        <p:nvGraphicFramePr>
          <p:cNvPr id="9" name="Tabla 8">
            <a:extLst>
              <a:ext uri="{FF2B5EF4-FFF2-40B4-BE49-F238E27FC236}">
                <a16:creationId xmlns:a16="http://schemas.microsoft.com/office/drawing/2014/main" id="{A40B5FAB-757F-3411-D2C8-C1826D1AA554}"/>
              </a:ext>
            </a:extLst>
          </p:cNvPr>
          <p:cNvGraphicFramePr>
            <a:graphicFrameLocks noGrp="1"/>
          </p:cNvGraphicFramePr>
          <p:nvPr>
            <p:extLst>
              <p:ext uri="{D42A27DB-BD31-4B8C-83A1-F6EECF244321}">
                <p14:modId xmlns:p14="http://schemas.microsoft.com/office/powerpoint/2010/main" val="1854550431"/>
              </p:ext>
            </p:extLst>
          </p:nvPr>
        </p:nvGraphicFramePr>
        <p:xfrm>
          <a:off x="273028" y="2540462"/>
          <a:ext cx="7236001" cy="2069640"/>
        </p:xfrm>
        <a:graphic>
          <a:graphicData uri="http://schemas.openxmlformats.org/drawingml/2006/table">
            <a:tbl>
              <a:tblPr>
                <a:tableStyleId>{073A0DAA-6AF3-43AB-8588-CEC1D06C72B9}</a:tableStyleId>
              </a:tblPr>
              <a:tblGrid>
                <a:gridCol w="2508272">
                  <a:extLst>
                    <a:ext uri="{9D8B030D-6E8A-4147-A177-3AD203B41FA5}">
                      <a16:colId xmlns:a16="http://schemas.microsoft.com/office/drawing/2014/main" val="4232204375"/>
                    </a:ext>
                  </a:extLst>
                </a:gridCol>
                <a:gridCol w="1577975">
                  <a:extLst>
                    <a:ext uri="{9D8B030D-6E8A-4147-A177-3AD203B41FA5}">
                      <a16:colId xmlns:a16="http://schemas.microsoft.com/office/drawing/2014/main" val="615078493"/>
                    </a:ext>
                  </a:extLst>
                </a:gridCol>
                <a:gridCol w="3149754">
                  <a:extLst>
                    <a:ext uri="{9D8B030D-6E8A-4147-A177-3AD203B41FA5}">
                      <a16:colId xmlns:a16="http://schemas.microsoft.com/office/drawing/2014/main" val="2953160267"/>
                    </a:ext>
                  </a:extLst>
                </a:gridCol>
              </a:tblGrid>
              <a:tr h="413928">
                <a:tc>
                  <a:txBody>
                    <a:bodyPr/>
                    <a:lstStyle/>
                    <a:p>
                      <a:pPr algn="ctr" fontAlgn="ctr">
                        <a:buNone/>
                      </a:pPr>
                      <a:r>
                        <a:rPr lang="es-MX" sz="700" b="1" u="none" strike="noStrike" dirty="0">
                          <a:solidFill>
                            <a:schemeClr val="bg1"/>
                          </a:solidFill>
                          <a:effectLst/>
                          <a:latin typeface="Montserrat" panose="00000500000000000000" pitchFamily="2" charset="0"/>
                        </a:rPr>
                        <a:t>TEMA CRÍTICO</a:t>
                      </a:r>
                      <a:endParaRPr lang="es-MX" sz="700" b="1" i="0" u="none" strike="noStrike" dirty="0">
                        <a:solidFill>
                          <a:schemeClr val="bg1"/>
                        </a:solidFill>
                        <a:effectLst/>
                        <a:latin typeface="Montserrat" panose="00000500000000000000" pitchFamily="2" charset="0"/>
                      </a:endParaRPr>
                    </a:p>
                  </a:txBody>
                  <a:tcPr marL="1639" marR="1639" marT="1639" marB="0" anchor="ctr">
                    <a:solidFill>
                      <a:srgbClr val="B66666"/>
                    </a:solidFill>
                  </a:tcPr>
                </a:tc>
                <a:tc>
                  <a:txBody>
                    <a:bodyPr/>
                    <a:lstStyle/>
                    <a:p>
                      <a:pPr algn="ctr" fontAlgn="ctr">
                        <a:buNone/>
                      </a:pPr>
                      <a:r>
                        <a:rPr lang="es-MX" sz="700" b="1" u="none" strike="noStrike" dirty="0">
                          <a:solidFill>
                            <a:schemeClr val="bg1"/>
                          </a:solidFill>
                          <a:effectLst/>
                          <a:latin typeface="Montserrat" panose="00000500000000000000" pitchFamily="2" charset="0"/>
                        </a:rPr>
                        <a:t>ACTOR CLAVE</a:t>
                      </a:r>
                      <a:endParaRPr lang="es-MX" sz="700" b="1" i="0" u="none" strike="noStrike" dirty="0">
                        <a:solidFill>
                          <a:schemeClr val="bg1"/>
                        </a:solidFill>
                        <a:effectLst/>
                        <a:latin typeface="Montserrat" panose="00000500000000000000" pitchFamily="2" charset="0"/>
                      </a:endParaRPr>
                    </a:p>
                  </a:txBody>
                  <a:tcPr marL="1639" marR="1639" marT="1639" marB="0" anchor="ctr">
                    <a:solidFill>
                      <a:schemeClr val="tx1">
                        <a:lumMod val="65000"/>
                        <a:lumOff val="35000"/>
                      </a:schemeClr>
                    </a:solidFill>
                  </a:tcPr>
                </a:tc>
                <a:tc>
                  <a:txBody>
                    <a:bodyPr/>
                    <a:lstStyle/>
                    <a:p>
                      <a:pPr algn="ctr" fontAlgn="ctr">
                        <a:buNone/>
                      </a:pPr>
                      <a:r>
                        <a:rPr lang="es-MX" sz="700" b="1" u="none" strike="noStrike" dirty="0">
                          <a:solidFill>
                            <a:schemeClr val="bg1"/>
                          </a:solidFill>
                          <a:effectLst/>
                          <a:latin typeface="Montserrat" panose="00000500000000000000" pitchFamily="2" charset="0"/>
                        </a:rPr>
                        <a:t>IMPACTO POLÍTICO / OPERATIVO</a:t>
                      </a:r>
                      <a:endParaRPr lang="es-MX" sz="700" b="1" i="0" u="none" strike="noStrike" dirty="0">
                        <a:solidFill>
                          <a:schemeClr val="bg1"/>
                        </a:solidFill>
                        <a:effectLst/>
                        <a:latin typeface="Montserrat" panose="00000500000000000000" pitchFamily="2" charset="0"/>
                      </a:endParaRPr>
                    </a:p>
                  </a:txBody>
                  <a:tcPr marL="1639" marR="1639" marT="1639" marB="0" anchor="ctr">
                    <a:solidFill>
                      <a:schemeClr val="tx1">
                        <a:lumMod val="65000"/>
                        <a:lumOff val="35000"/>
                      </a:schemeClr>
                    </a:solidFill>
                  </a:tcPr>
                </a:tc>
                <a:extLst>
                  <a:ext uri="{0D108BD9-81ED-4DB2-BD59-A6C34878D82A}">
                    <a16:rowId xmlns:a16="http://schemas.microsoft.com/office/drawing/2014/main" val="1990579918"/>
                  </a:ext>
                </a:extLst>
              </a:tr>
              <a:tr h="413928">
                <a:tc>
                  <a:txBody>
                    <a:bodyPr/>
                    <a:lstStyle/>
                    <a:p>
                      <a:pPr algn="l" fontAlgn="ctr">
                        <a:buNone/>
                      </a:pPr>
                      <a:r>
                        <a:rPr lang="es-MX" sz="700" u="none" strike="noStrike" dirty="0">
                          <a:effectLst/>
                          <a:latin typeface="Montserrat" panose="00000500000000000000" pitchFamily="2" charset="0"/>
                        </a:rPr>
                        <a:t>Fractura de Morena en el Congreso local (2026)</a:t>
                      </a:r>
                      <a:endParaRPr lang="es-MX" sz="700" b="1"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a:effectLst/>
                          <a:latin typeface="Montserrat" panose="00000500000000000000" pitchFamily="2" charset="0"/>
                        </a:rPr>
                        <a:t>José Antonio Jiménez (Pres. Congreso)</a:t>
                      </a:r>
                      <a:endParaRPr lang="es-MX" sz="700" b="0" i="0" u="none" strike="noStrike">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dirty="0">
                          <a:effectLst/>
                          <a:latin typeface="Montserrat" panose="00000500000000000000" pitchFamily="2" charset="0"/>
                        </a:rPr>
                        <a:t>Pérdida de control legislativo, restitución del fuero y bloqueo de deuda por $1,000 </a:t>
                      </a:r>
                      <a:r>
                        <a:rPr lang="es-MX" sz="700" u="none" strike="noStrike" dirty="0" err="1">
                          <a:effectLst/>
                          <a:latin typeface="Montserrat" panose="00000500000000000000" pitchFamily="2" charset="0"/>
                        </a:rPr>
                        <a:t>mdp</a:t>
                      </a:r>
                      <a:r>
                        <a:rPr lang="es-MX" sz="700" u="none" strike="noStrike" dirty="0">
                          <a:effectLst/>
                          <a:latin typeface="Montserrat" panose="00000500000000000000" pitchFamily="2" charset="0"/>
                        </a:rPr>
                        <a:t>.</a:t>
                      </a:r>
                      <a:endParaRPr lang="es-MX" sz="700" b="0"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extLst>
                  <a:ext uri="{0D108BD9-81ED-4DB2-BD59-A6C34878D82A}">
                    <a16:rowId xmlns:a16="http://schemas.microsoft.com/office/drawing/2014/main" val="4073493783"/>
                  </a:ext>
                </a:extLst>
              </a:tr>
              <a:tr h="413928">
                <a:tc>
                  <a:txBody>
                    <a:bodyPr/>
                    <a:lstStyle/>
                    <a:p>
                      <a:pPr algn="l" fontAlgn="ctr">
                        <a:buNone/>
                      </a:pPr>
                      <a:r>
                        <a:rPr lang="es-MX" sz="700" u="none" strike="noStrike">
                          <a:effectLst/>
                          <a:latin typeface="Montserrat" panose="00000500000000000000" pitchFamily="2" charset="0"/>
                        </a:rPr>
                        <a:t>Fallo definitivo de la SCJN contra el Martes del Jaguar</a:t>
                      </a:r>
                      <a:endParaRPr lang="es-MX" sz="700" b="1" i="0" u="none" strike="noStrike">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dirty="0">
                          <a:effectLst/>
                          <a:latin typeface="Montserrat" panose="00000500000000000000" pitchFamily="2" charset="0"/>
                        </a:rPr>
                        <a:t>Suprema Corte de Justicia</a:t>
                      </a:r>
                      <a:endParaRPr lang="es-MX" sz="700" b="0"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dirty="0">
                          <a:effectLst/>
                          <a:latin typeface="Montserrat" panose="00000500000000000000" pitchFamily="2" charset="0"/>
                        </a:rPr>
                        <a:t>Jurisprudencia sobre el uso de recursos públicos para la difusión de intervenciones ilegales.</a:t>
                      </a:r>
                      <a:endParaRPr lang="es-MX" sz="700" b="0"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extLst>
                  <a:ext uri="{0D108BD9-81ED-4DB2-BD59-A6C34878D82A}">
                    <a16:rowId xmlns:a16="http://schemas.microsoft.com/office/drawing/2014/main" val="3359893979"/>
                  </a:ext>
                </a:extLst>
              </a:tr>
              <a:tr h="413928">
                <a:tc>
                  <a:txBody>
                    <a:bodyPr/>
                    <a:lstStyle/>
                    <a:p>
                      <a:pPr algn="l" fontAlgn="ctr">
                        <a:buNone/>
                      </a:pPr>
                      <a:r>
                        <a:rPr lang="es-MX" sz="700" u="none" strike="noStrike" dirty="0">
                          <a:effectLst/>
                          <a:latin typeface="Montserrat" panose="00000500000000000000" pitchFamily="2" charset="0"/>
                        </a:rPr>
                        <a:t>Inscripción en el Registro de Violencia de Género</a:t>
                      </a:r>
                      <a:endParaRPr lang="es-MX" sz="700" b="1"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dirty="0">
                          <a:effectLst/>
                          <a:latin typeface="Montserrat" panose="00000500000000000000" pitchFamily="2" charset="0"/>
                        </a:rPr>
                        <a:t>TEPJF (Sala Regional)</a:t>
                      </a:r>
                      <a:endParaRPr lang="es-MX" sz="700" b="0"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tc>
                  <a:txBody>
                    <a:bodyPr/>
                    <a:lstStyle/>
                    <a:p>
                      <a:pPr algn="l" fontAlgn="ctr">
                        <a:buNone/>
                      </a:pPr>
                      <a:r>
                        <a:rPr lang="es-MX" sz="700" u="none" strike="noStrike" dirty="0">
                          <a:effectLst/>
                          <a:latin typeface="Montserrat" panose="00000500000000000000" pitchFamily="2" charset="0"/>
                        </a:rPr>
                        <a:t>Precedente legal histórico; Sansores es la primera gobernadora inscrita por 2 años en el registro de agresores.</a:t>
                      </a:r>
                      <a:endParaRPr lang="es-MX" sz="700" b="0" i="0" u="none" strike="noStrike" dirty="0">
                        <a:solidFill>
                          <a:srgbClr val="000000"/>
                        </a:solidFill>
                        <a:effectLst/>
                        <a:latin typeface="Montserrat" panose="00000500000000000000" pitchFamily="2" charset="0"/>
                      </a:endParaRPr>
                    </a:p>
                  </a:txBody>
                  <a:tcPr marL="1639" marR="1639" marT="1639" marB="0" anchor="ctr">
                    <a:solidFill>
                      <a:schemeClr val="bg1">
                        <a:lumMod val="95000"/>
                      </a:schemeClr>
                    </a:solidFill>
                  </a:tcPr>
                </a:tc>
                <a:extLst>
                  <a:ext uri="{0D108BD9-81ED-4DB2-BD59-A6C34878D82A}">
                    <a16:rowId xmlns:a16="http://schemas.microsoft.com/office/drawing/2014/main" val="2364834897"/>
                  </a:ext>
                </a:extLst>
              </a:tr>
              <a:tr h="413928">
                <a:tc>
                  <a:txBody>
                    <a:bodyPr/>
                    <a:lstStyle/>
                    <a:p>
                      <a:pPr algn="l" fontAlgn="ctr">
                        <a:buNone/>
                      </a:pPr>
                      <a:r>
                        <a:rPr lang="es-MX" sz="700" b="0" i="0" u="none" strike="noStrike" dirty="0">
                          <a:solidFill>
                            <a:srgbClr val="000000"/>
                          </a:solidFill>
                          <a:effectLst/>
                          <a:latin typeface="Montserrat" panose="00000500000000000000" pitchFamily="2" charset="0"/>
                        </a:rPr>
                        <a:t>Amago de huelga y plantón pesquero por desvío del PACMA</a:t>
                      </a:r>
                    </a:p>
                  </a:txBody>
                  <a:tcPr marL="1639" marR="1639" marT="1639" marB="0" anchor="ctr">
                    <a:solidFill>
                      <a:schemeClr val="bg1">
                        <a:lumMod val="95000"/>
                      </a:schemeClr>
                    </a:solidFill>
                  </a:tcPr>
                </a:tc>
                <a:tc>
                  <a:txBody>
                    <a:bodyPr/>
                    <a:lstStyle/>
                    <a:p>
                      <a:pPr algn="l" fontAlgn="ctr">
                        <a:buNone/>
                      </a:pPr>
                      <a:r>
                        <a:rPr lang="es-MX" sz="700" b="0" i="0" u="none" strike="noStrike" dirty="0">
                          <a:solidFill>
                            <a:srgbClr val="000000"/>
                          </a:solidFill>
                          <a:effectLst/>
                          <a:latin typeface="Montserrat" panose="00000500000000000000" pitchFamily="2" charset="0"/>
                        </a:rPr>
                        <a:t>Cooperativas Pesqueras Ribereñas</a:t>
                      </a:r>
                    </a:p>
                  </a:txBody>
                  <a:tcPr marL="1639" marR="1639" marT="1639" marB="0" anchor="ctr">
                    <a:solidFill>
                      <a:schemeClr val="bg1">
                        <a:lumMod val="95000"/>
                      </a:schemeClr>
                    </a:solidFill>
                  </a:tcPr>
                </a:tc>
                <a:tc>
                  <a:txBody>
                    <a:bodyPr/>
                    <a:lstStyle/>
                    <a:p>
                      <a:pPr algn="l" fontAlgn="ctr">
                        <a:buNone/>
                      </a:pPr>
                      <a:r>
                        <a:rPr lang="es-MX" sz="700" b="0" i="0" u="none" strike="noStrike" dirty="0">
                          <a:solidFill>
                            <a:srgbClr val="000000"/>
                          </a:solidFill>
                          <a:effectLst/>
                          <a:latin typeface="Montserrat" panose="00000500000000000000" pitchFamily="2" charset="0"/>
                        </a:rPr>
                        <a:t>Movilización masiva en el Palacio de Gobierno; pérdida de control sobre un bastión social clave y debilitamiento del voto orgánico costero.</a:t>
                      </a:r>
                    </a:p>
                  </a:txBody>
                  <a:tcPr marL="1639" marR="1639" marT="1639" marB="0" anchor="ctr">
                    <a:solidFill>
                      <a:schemeClr val="bg1">
                        <a:lumMod val="95000"/>
                      </a:schemeClr>
                    </a:solidFill>
                  </a:tcPr>
                </a:tc>
                <a:extLst>
                  <a:ext uri="{0D108BD9-81ED-4DB2-BD59-A6C34878D82A}">
                    <a16:rowId xmlns:a16="http://schemas.microsoft.com/office/drawing/2014/main" val="807705656"/>
                  </a:ext>
                </a:extLst>
              </a:tr>
            </a:tbl>
          </a:graphicData>
        </a:graphic>
      </p:graphicFrame>
      <p:sp>
        <p:nvSpPr>
          <p:cNvPr id="13" name="CuadroTexto 12">
            <a:extLst>
              <a:ext uri="{FF2B5EF4-FFF2-40B4-BE49-F238E27FC236}">
                <a16:creationId xmlns:a16="http://schemas.microsoft.com/office/drawing/2014/main" id="{762C67BF-4229-4F12-7390-4F7696EA6460}"/>
              </a:ext>
            </a:extLst>
          </p:cNvPr>
          <p:cNvSpPr txBox="1"/>
          <p:nvPr/>
        </p:nvSpPr>
        <p:spPr>
          <a:xfrm>
            <a:off x="273028" y="2237070"/>
            <a:ext cx="3468392" cy="246221"/>
          </a:xfrm>
          <a:prstGeom prst="rect">
            <a:avLst/>
          </a:prstGeom>
          <a:noFill/>
        </p:spPr>
        <p:txBody>
          <a:bodyPr wrap="square">
            <a:spAutoFit/>
          </a:bodyPr>
          <a:lstStyle/>
          <a:p>
            <a:pPr marL="0" marR="0" lvl="0" indent="0" defTabSz="755934"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NOTAS DE MAYOR IMPACTO Y RELEVANCIA</a:t>
            </a:r>
            <a:endParaRPr kumimoji="0" lang="es-MX" sz="105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endParaRPr>
          </a:p>
        </p:txBody>
      </p:sp>
      <p:sp>
        <p:nvSpPr>
          <p:cNvPr id="8" name="CuadroTexto 7">
            <a:extLst>
              <a:ext uri="{FF2B5EF4-FFF2-40B4-BE49-F238E27FC236}">
                <a16:creationId xmlns:a16="http://schemas.microsoft.com/office/drawing/2014/main" id="{E859970C-8B7F-612D-E0A4-26B3AA2CAC06}"/>
              </a:ext>
            </a:extLst>
          </p:cNvPr>
          <p:cNvSpPr txBox="1"/>
          <p:nvPr/>
        </p:nvSpPr>
        <p:spPr>
          <a:xfrm>
            <a:off x="-254" y="79408"/>
            <a:ext cx="7772401"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ACUERDO</a:t>
            </a:r>
            <a:r>
              <a:rPr kumimoji="0" lang="es-MX" sz="1200" b="1" i="0" u="none" strike="noStrike" kern="1200" cap="none" spc="0" normalizeH="0" baseline="0" noProof="0" dirty="0">
                <a:ln>
                  <a:noFill/>
                </a:ln>
                <a:solidFill>
                  <a:srgbClr val="860000"/>
                </a:solidFill>
                <a:effectLst/>
                <a:uLnTx/>
                <a:uFillTx/>
                <a:latin typeface="Montserrat" panose="00000500000000000000" pitchFamily="2" charset="0"/>
                <a:ea typeface="Open Sans" pitchFamily="2" charset="0"/>
                <a:cs typeface="Open Sans" pitchFamily="2" charset="0"/>
              </a:rPr>
              <a:t> </a:t>
            </a:r>
          </a:p>
        </p:txBody>
      </p:sp>
    </p:spTree>
    <p:extLst>
      <p:ext uri="{BB962C8B-B14F-4D97-AF65-F5344CB8AC3E}">
        <p14:creationId xmlns:p14="http://schemas.microsoft.com/office/powerpoint/2010/main" val="38584649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12C4C-8343-8B66-37A5-46ECA7BAE02C}"/>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1B0EC27D-43A2-6F87-2013-51FC2FA91C47}"/>
              </a:ext>
            </a:extLst>
          </p:cNvPr>
          <p:cNvSpPr/>
          <p:nvPr/>
        </p:nvSpPr>
        <p:spPr>
          <a:xfrm>
            <a:off x="273028" y="476548"/>
            <a:ext cx="7236000" cy="2524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C2D50F66-40D7-15FB-2764-D0D1D28ABC26}"/>
              </a:ext>
            </a:extLst>
          </p:cNvPr>
          <p:cNvSpPr txBox="1"/>
          <p:nvPr/>
        </p:nvSpPr>
        <p:spPr>
          <a:xfrm>
            <a:off x="-255" y="488743"/>
            <a:ext cx="777240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000"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Encuesta </a:t>
            </a:r>
            <a:r>
              <a:rPr kumimoji="0" lang="es-MX" sz="1000" b="1" i="0" u="none" strike="noStrike" kern="1200" cap="none" spc="0" normalizeH="0" baseline="0" noProof="0" dirty="0">
                <a:ln>
                  <a:noFill/>
                </a:ln>
                <a:effectLst/>
                <a:uLnTx/>
                <a:uFillTx/>
                <a:latin typeface="Montserrat" panose="00000500000000000000" pitchFamily="2" charset="0"/>
                <a:ea typeface="Open Sans" pitchFamily="2" charset="0"/>
                <a:cs typeface="Open Sans" pitchFamily="2" charset="0"/>
              </a:rPr>
              <a:t>Yucatán - Mérida</a:t>
            </a:r>
            <a:endParaRPr kumimoji="0" lang="es-MX" sz="1000" b="1" i="0" u="none" strike="noStrike" kern="1200" cap="none" spc="0" normalizeH="0" baseline="0" noProof="0" dirty="0">
              <a:ln>
                <a:noFill/>
              </a:ln>
              <a:effectLst/>
              <a:uLnTx/>
              <a:uFillTx/>
              <a:latin typeface="Montserrat" panose="00000500000000000000" pitchFamily="2" charset="0"/>
            </a:endParaRPr>
          </a:p>
        </p:txBody>
      </p:sp>
      <p:cxnSp>
        <p:nvCxnSpPr>
          <p:cNvPr id="7" name="Conector recto 6">
            <a:extLst>
              <a:ext uri="{FF2B5EF4-FFF2-40B4-BE49-F238E27FC236}">
                <a16:creationId xmlns:a16="http://schemas.microsoft.com/office/drawing/2014/main" id="{6DF7390A-F621-287B-7911-77A48867FCA4}"/>
              </a:ext>
            </a:extLst>
          </p:cNvPr>
          <p:cNvCxnSpPr/>
          <p:nvPr/>
        </p:nvCxnSpPr>
        <p:spPr>
          <a:xfrm>
            <a:off x="273028" y="728954"/>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61841C87-EBBF-B82D-3BE3-AC31E0577ADA}"/>
              </a:ext>
            </a:extLst>
          </p:cNvPr>
          <p:cNvCxnSpPr/>
          <p:nvPr/>
        </p:nvCxnSpPr>
        <p:spPr>
          <a:xfrm>
            <a:off x="273028" y="476548"/>
            <a:ext cx="723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Imagen 2" descr="The image is a pie chart showing the distribution of votes among various political parties for the upcoming mayoral election in Mￃﾩrida, with Morena (MORENA) receiving the highest percentage at 41%.&#10;&#10;El contenido generado por IA puede ser incorrecto.">
            <a:extLst>
              <a:ext uri="{FF2B5EF4-FFF2-40B4-BE49-F238E27FC236}">
                <a16:creationId xmlns:a16="http://schemas.microsoft.com/office/drawing/2014/main" id="{9AD7D470-B0A1-430B-0CDE-9AECB3E22DE7}"/>
              </a:ext>
            </a:extLst>
          </p:cNvPr>
          <p:cNvPicPr>
            <a:picLocks noChangeAspect="1"/>
          </p:cNvPicPr>
          <p:nvPr/>
        </p:nvPicPr>
        <p:blipFill>
          <a:blip r:embed="rId2"/>
          <a:srcRect b="6902"/>
          <a:stretch>
            <a:fillRect/>
          </a:stretch>
        </p:blipFill>
        <p:spPr>
          <a:xfrm>
            <a:off x="936067" y="969165"/>
            <a:ext cx="5838077" cy="3619164"/>
          </a:xfrm>
          <a:prstGeom prst="rect">
            <a:avLst/>
          </a:prstGeom>
        </p:spPr>
      </p:pic>
    </p:spTree>
    <p:extLst>
      <p:ext uri="{BB962C8B-B14F-4D97-AF65-F5344CB8AC3E}">
        <p14:creationId xmlns:p14="http://schemas.microsoft.com/office/powerpoint/2010/main" val="3692383821"/>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8547</TotalTime>
  <Words>3114</Words>
  <Application>Microsoft Office PowerPoint</Application>
  <PresentationFormat>Personalizado</PresentationFormat>
  <Paragraphs>548</Paragraphs>
  <Slides>46</Slides>
  <Notes>6</Notes>
  <HiddenSlides>1</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46</vt:i4>
      </vt:variant>
    </vt:vector>
  </HeadingPairs>
  <TitlesOfParts>
    <vt:vector size="53" baseType="lpstr">
      <vt:lpstr>Aptos</vt:lpstr>
      <vt:lpstr>Arial</vt:lpstr>
      <vt:lpstr>Calibri</vt:lpstr>
      <vt:lpstr>Calibri Light</vt:lpstr>
      <vt:lpstr>Montserrat</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María Toral</dc:creator>
  <cp:lastModifiedBy>Oscar Benigno Lezama Cabrales</cp:lastModifiedBy>
  <cp:revision>25</cp:revision>
  <dcterms:created xsi:type="dcterms:W3CDTF">2024-10-07T22:09:02Z</dcterms:created>
  <dcterms:modified xsi:type="dcterms:W3CDTF">2026-07-14T23:20:50Z</dcterms:modified>
</cp:coreProperties>
</file>